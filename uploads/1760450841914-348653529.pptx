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2"/>
  </p:notesMasterIdLst>
  <p:handoutMasterIdLst>
    <p:handoutMasterId r:id="rId53"/>
  </p:handoutMasterIdLst>
  <p:sldIdLst>
    <p:sldId id="256" r:id="rId2"/>
    <p:sldId id="310" r:id="rId3"/>
    <p:sldId id="267" r:id="rId4"/>
    <p:sldId id="313" r:id="rId5"/>
    <p:sldId id="268" r:id="rId6"/>
    <p:sldId id="311" r:id="rId7"/>
    <p:sldId id="312" r:id="rId8"/>
    <p:sldId id="314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265" r:id="rId50"/>
    <p:sldId id="263" r:id="rId51"/>
  </p:sldIdLst>
  <p:sldSz cx="9144000" cy="6858000" type="screen4x3"/>
  <p:notesSz cx="6718300" cy="985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817" autoAdjust="0"/>
  </p:normalViewPr>
  <p:slideViewPr>
    <p:cSldViewPr snapToGrid="0" snapToObjects="1">
      <p:cViewPr varScale="1">
        <p:scale>
          <a:sx n="47" d="100"/>
          <a:sy n="47" d="100"/>
        </p:scale>
        <p:origin x="20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F6A2BA-40B6-4187-AFF8-F8F9AF80E7F9}" type="doc">
      <dgm:prSet loTypeId="urn:microsoft.com/office/officeart/2005/8/layout/cycle6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B7A3099-1224-4ECB-902C-396EC7BA796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175"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00</a:t>
          </a:r>
        </a:p>
      </dgm:t>
    </dgm:pt>
    <dgm:pt modelId="{46544552-34FE-49BE-BA33-CC66D1619F8A}" type="parTrans" cxnId="{6C05350F-B991-4F58-97D1-AE4044723B42}">
      <dgm:prSet/>
      <dgm:spPr/>
      <dgm:t>
        <a:bodyPr/>
        <a:lstStyle/>
        <a:p>
          <a:endParaRPr lang="en-US"/>
        </a:p>
      </dgm:t>
    </dgm:pt>
    <dgm:pt modelId="{50D7F308-47D9-4906-97CC-2D84909FC247}" type="sibTrans" cxnId="{6C05350F-B991-4F58-97D1-AE4044723B42}">
      <dgm:prSet/>
      <dgm:spPr>
        <a:ln w="3175"/>
      </dgm:spPr>
      <dgm:t>
        <a:bodyPr/>
        <a:lstStyle/>
        <a:p>
          <a:endParaRPr lang="en-US" sz="2800"/>
        </a:p>
      </dgm:t>
    </dgm:pt>
    <dgm:pt modelId="{05255914-D32A-40B4-8C21-21202418932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bg1"/>
              </a:solidFill>
            </a:rPr>
            <a:t>01</a:t>
          </a:r>
        </a:p>
      </dgm:t>
    </dgm:pt>
    <dgm:pt modelId="{739FD09D-8045-4F96-B9E7-D3DCBC8AC11E}" type="parTrans" cxnId="{92B7CF88-19DA-4C68-B48A-56C5D09BD078}">
      <dgm:prSet/>
      <dgm:spPr/>
      <dgm:t>
        <a:bodyPr/>
        <a:lstStyle/>
        <a:p>
          <a:endParaRPr lang="en-US"/>
        </a:p>
      </dgm:t>
    </dgm:pt>
    <dgm:pt modelId="{DF2D58BB-B07E-4427-B0B4-7328C7A546CF}" type="sibTrans" cxnId="{92B7CF88-19DA-4C68-B48A-56C5D09BD078}">
      <dgm:prSet/>
      <dgm:spPr>
        <a:ln w="3175"/>
      </dgm:spPr>
      <dgm:t>
        <a:bodyPr/>
        <a:lstStyle/>
        <a:p>
          <a:endParaRPr lang="en-US" sz="2800"/>
        </a:p>
      </dgm:t>
    </dgm:pt>
    <dgm:pt modelId="{CF291975-5B89-42C1-A954-78B0363C5805}">
      <dgm:prSet phldrT="[Text]" custT="1"/>
      <dgm:spPr>
        <a:ln w="3175"/>
      </dgm:spPr>
      <dgm:t>
        <a:bodyPr/>
        <a:lstStyle/>
        <a:p>
          <a:r>
            <a:rPr lang="en-US" sz="900" dirty="0"/>
            <a:t>02</a:t>
          </a:r>
        </a:p>
      </dgm:t>
    </dgm:pt>
    <dgm:pt modelId="{F3DC7968-B68E-4A83-B115-D21E76300FFF}" type="parTrans" cxnId="{29A30ADC-A6BC-435E-945B-0D4B92AD8430}">
      <dgm:prSet/>
      <dgm:spPr/>
      <dgm:t>
        <a:bodyPr/>
        <a:lstStyle/>
        <a:p>
          <a:endParaRPr lang="en-US"/>
        </a:p>
      </dgm:t>
    </dgm:pt>
    <dgm:pt modelId="{BB5988A9-792F-4F35-BF7A-F0D97FB3530B}" type="sibTrans" cxnId="{29A30ADC-A6BC-435E-945B-0D4B92AD8430}">
      <dgm:prSet/>
      <dgm:spPr>
        <a:ln w="3175"/>
      </dgm:spPr>
      <dgm:t>
        <a:bodyPr/>
        <a:lstStyle/>
        <a:p>
          <a:endParaRPr lang="en-US" sz="2800"/>
        </a:p>
      </dgm:t>
    </dgm:pt>
    <dgm:pt modelId="{0F1EED64-1422-4916-86A1-6EC539D1088A}">
      <dgm:prSet phldrT="[Text]" custT="1"/>
      <dgm:spPr>
        <a:ln w="3175"/>
      </dgm:spPr>
      <dgm:t>
        <a:bodyPr/>
        <a:lstStyle/>
        <a:p>
          <a:r>
            <a:rPr lang="en-US" sz="900" dirty="0"/>
            <a:t>03</a:t>
          </a:r>
        </a:p>
      </dgm:t>
    </dgm:pt>
    <dgm:pt modelId="{A31802B4-E52B-4F45-9C81-62E72A979B4E}" type="parTrans" cxnId="{F506E86B-8150-47A3-B191-82DF382E8CD4}">
      <dgm:prSet/>
      <dgm:spPr/>
      <dgm:t>
        <a:bodyPr/>
        <a:lstStyle/>
        <a:p>
          <a:endParaRPr lang="en-US"/>
        </a:p>
      </dgm:t>
    </dgm:pt>
    <dgm:pt modelId="{C682A7C4-7A1C-44E3-9B83-DF842E56DA03}" type="sibTrans" cxnId="{F506E86B-8150-47A3-B191-82DF382E8CD4}">
      <dgm:prSet/>
      <dgm:spPr>
        <a:ln w="3175"/>
      </dgm:spPr>
      <dgm:t>
        <a:bodyPr/>
        <a:lstStyle/>
        <a:p>
          <a:endParaRPr lang="en-US" sz="2800"/>
        </a:p>
      </dgm:t>
    </dgm:pt>
    <dgm:pt modelId="{EA111F39-A024-4AB2-977C-8988D99FEE4B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04</a:t>
          </a:r>
        </a:p>
      </dgm:t>
    </dgm:pt>
    <dgm:pt modelId="{677D4B4F-F54C-408A-B8A9-FB080E0A8B92}" type="parTrans" cxnId="{0ED10D25-2B43-4953-84C0-C0E9E9235DCD}">
      <dgm:prSet/>
      <dgm:spPr/>
      <dgm:t>
        <a:bodyPr/>
        <a:lstStyle/>
        <a:p>
          <a:endParaRPr lang="en-US"/>
        </a:p>
      </dgm:t>
    </dgm:pt>
    <dgm:pt modelId="{AA774F68-286C-419B-8B7D-02F83155FDF4}" type="sibTrans" cxnId="{0ED10D25-2B43-4953-84C0-C0E9E9235DCD}">
      <dgm:prSet/>
      <dgm:spPr>
        <a:ln w="3175"/>
      </dgm:spPr>
      <dgm:t>
        <a:bodyPr/>
        <a:lstStyle/>
        <a:p>
          <a:endParaRPr lang="en-US" sz="2800"/>
        </a:p>
      </dgm:t>
    </dgm:pt>
    <dgm:pt modelId="{B84CDA86-2342-4CD5-A2D0-3EE2D6B77400}">
      <dgm:prSet phldrT="[Text]" custT="1"/>
      <dgm:spPr>
        <a:ln w="3175"/>
      </dgm:spPr>
      <dgm:t>
        <a:bodyPr/>
        <a:lstStyle/>
        <a:p>
          <a:r>
            <a:rPr lang="en-US" sz="900" dirty="0"/>
            <a:t>05</a:t>
          </a:r>
        </a:p>
      </dgm:t>
    </dgm:pt>
    <dgm:pt modelId="{6D543B5E-EEF0-418E-B140-9726487CF57E}" type="parTrans" cxnId="{A8717369-5DD7-4FC7-8DA8-D37B79527841}">
      <dgm:prSet/>
      <dgm:spPr/>
      <dgm:t>
        <a:bodyPr/>
        <a:lstStyle/>
        <a:p>
          <a:endParaRPr lang="en-US"/>
        </a:p>
      </dgm:t>
    </dgm:pt>
    <dgm:pt modelId="{29F8A4A0-082D-4991-B443-0A8AFA42422B}" type="sibTrans" cxnId="{A8717369-5DD7-4FC7-8DA8-D37B79527841}">
      <dgm:prSet/>
      <dgm:spPr>
        <a:ln w="3175"/>
      </dgm:spPr>
      <dgm:t>
        <a:bodyPr/>
        <a:lstStyle/>
        <a:p>
          <a:endParaRPr lang="en-US" sz="2800"/>
        </a:p>
      </dgm:t>
    </dgm:pt>
    <dgm:pt modelId="{5625A0BA-3784-45B6-97EC-2096A47B399F}">
      <dgm:prSet phldrT="[Text]" custT="1"/>
      <dgm:spPr>
        <a:ln w="3175"/>
      </dgm:spPr>
      <dgm:t>
        <a:bodyPr/>
        <a:lstStyle/>
        <a:p>
          <a:r>
            <a:rPr lang="en-US" sz="900" dirty="0"/>
            <a:t>06</a:t>
          </a:r>
        </a:p>
      </dgm:t>
    </dgm:pt>
    <dgm:pt modelId="{51144210-2446-443F-A25F-970665996710}" type="parTrans" cxnId="{9546C045-C4C2-4C71-84A9-8821CE74D4A7}">
      <dgm:prSet/>
      <dgm:spPr/>
      <dgm:t>
        <a:bodyPr/>
        <a:lstStyle/>
        <a:p>
          <a:endParaRPr lang="en-US"/>
        </a:p>
      </dgm:t>
    </dgm:pt>
    <dgm:pt modelId="{A6D5980C-35E2-4AB0-8246-6AAB28C06B23}" type="sibTrans" cxnId="{9546C045-C4C2-4C71-84A9-8821CE74D4A7}">
      <dgm:prSet/>
      <dgm:spPr>
        <a:ln w="3175"/>
      </dgm:spPr>
      <dgm:t>
        <a:bodyPr/>
        <a:lstStyle/>
        <a:p>
          <a:endParaRPr lang="en-US" sz="2800"/>
        </a:p>
      </dgm:t>
    </dgm:pt>
    <dgm:pt modelId="{B2DF35EF-9BDC-40A7-BFCA-A1A3E1293144}">
      <dgm:prSet phldrT="[Text]" custT="1"/>
      <dgm:spPr>
        <a:ln w="3175"/>
      </dgm:spPr>
      <dgm:t>
        <a:bodyPr/>
        <a:lstStyle/>
        <a:p>
          <a:r>
            <a:rPr lang="en-US" sz="900" dirty="0"/>
            <a:t>07</a:t>
          </a:r>
        </a:p>
      </dgm:t>
    </dgm:pt>
    <dgm:pt modelId="{2769CC40-045F-4640-A563-15B6F6571048}" type="parTrans" cxnId="{C53B7F7A-3F7C-4500-9CAA-E1066ACD9201}">
      <dgm:prSet/>
      <dgm:spPr/>
      <dgm:t>
        <a:bodyPr/>
        <a:lstStyle/>
        <a:p>
          <a:endParaRPr lang="en-US"/>
        </a:p>
      </dgm:t>
    </dgm:pt>
    <dgm:pt modelId="{3515389E-A2D9-4A91-A416-D06FB2BCF4D7}" type="sibTrans" cxnId="{C53B7F7A-3F7C-4500-9CAA-E1066ACD9201}">
      <dgm:prSet/>
      <dgm:spPr>
        <a:ln w="3175"/>
      </dgm:spPr>
      <dgm:t>
        <a:bodyPr/>
        <a:lstStyle/>
        <a:p>
          <a:endParaRPr lang="en-US" sz="2800"/>
        </a:p>
      </dgm:t>
    </dgm:pt>
    <dgm:pt modelId="{868767A5-C3E4-4645-9C8D-69D5627043D3}">
      <dgm:prSet phldrT="[Text]" custT="1"/>
      <dgm:spPr>
        <a:ln w="3175"/>
      </dgm:spPr>
      <dgm:t>
        <a:bodyPr/>
        <a:lstStyle/>
        <a:p>
          <a:r>
            <a:rPr lang="en-US" sz="900" dirty="0"/>
            <a:t>08</a:t>
          </a:r>
        </a:p>
      </dgm:t>
    </dgm:pt>
    <dgm:pt modelId="{09A882C0-93B2-4C56-BE95-EDAAA5B0FF47}" type="parTrans" cxnId="{D30E7CF0-5B4B-40D3-96D0-383F887793FD}">
      <dgm:prSet/>
      <dgm:spPr/>
      <dgm:t>
        <a:bodyPr/>
        <a:lstStyle/>
        <a:p>
          <a:endParaRPr lang="en-US"/>
        </a:p>
      </dgm:t>
    </dgm:pt>
    <dgm:pt modelId="{BE0F9672-9967-4BB3-945A-82902934D4C9}" type="sibTrans" cxnId="{D30E7CF0-5B4B-40D3-96D0-383F887793FD}">
      <dgm:prSet/>
      <dgm:spPr>
        <a:ln w="3175"/>
      </dgm:spPr>
      <dgm:t>
        <a:bodyPr/>
        <a:lstStyle/>
        <a:p>
          <a:endParaRPr lang="en-US" sz="2800"/>
        </a:p>
      </dgm:t>
    </dgm:pt>
    <dgm:pt modelId="{9281F980-DBAB-4458-BA3E-080893361045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09</a:t>
          </a:r>
        </a:p>
      </dgm:t>
    </dgm:pt>
    <dgm:pt modelId="{FC98046A-08E0-48A4-B812-F4BADECAFB37}" type="parTrans" cxnId="{1F774BA2-9135-42D7-A6A7-1C39E6459835}">
      <dgm:prSet/>
      <dgm:spPr/>
      <dgm:t>
        <a:bodyPr/>
        <a:lstStyle/>
        <a:p>
          <a:endParaRPr lang="en-US"/>
        </a:p>
      </dgm:t>
    </dgm:pt>
    <dgm:pt modelId="{EE9F8E24-F686-4CD7-B40D-889B181D327C}" type="sibTrans" cxnId="{1F774BA2-9135-42D7-A6A7-1C39E6459835}">
      <dgm:prSet/>
      <dgm:spPr>
        <a:ln w="3175"/>
      </dgm:spPr>
      <dgm:t>
        <a:bodyPr/>
        <a:lstStyle/>
        <a:p>
          <a:endParaRPr lang="en-US" sz="2800"/>
        </a:p>
      </dgm:t>
    </dgm:pt>
    <dgm:pt modelId="{A895021A-1FC9-40D9-9A23-C05D673066F3}">
      <dgm:prSet phldrT="[Text]" custT="1"/>
      <dgm:spPr>
        <a:ln w="3175"/>
      </dgm:spPr>
      <dgm:t>
        <a:bodyPr/>
        <a:lstStyle/>
        <a:p>
          <a:r>
            <a:rPr lang="en-US" sz="900" dirty="0"/>
            <a:t>10</a:t>
          </a:r>
        </a:p>
      </dgm:t>
    </dgm:pt>
    <dgm:pt modelId="{ED7432BF-B985-48B1-B8F2-801A42157DE6}" type="parTrans" cxnId="{3D4E97EA-89D6-4F69-8109-635B0AF236FD}">
      <dgm:prSet/>
      <dgm:spPr/>
      <dgm:t>
        <a:bodyPr/>
        <a:lstStyle/>
        <a:p>
          <a:endParaRPr lang="en-US"/>
        </a:p>
      </dgm:t>
    </dgm:pt>
    <dgm:pt modelId="{C63CE439-C9A4-437A-AA24-C2B1C4D3EC13}" type="sibTrans" cxnId="{3D4E97EA-89D6-4F69-8109-635B0AF236FD}">
      <dgm:prSet/>
      <dgm:spPr>
        <a:ln w="3175"/>
      </dgm:spPr>
      <dgm:t>
        <a:bodyPr/>
        <a:lstStyle/>
        <a:p>
          <a:endParaRPr lang="en-US" sz="2800"/>
        </a:p>
      </dgm:t>
    </dgm:pt>
    <dgm:pt modelId="{EE1F149E-F983-420A-AE26-0CA291A969CC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11</a:t>
          </a:r>
        </a:p>
      </dgm:t>
    </dgm:pt>
    <dgm:pt modelId="{9B36F709-981A-4F1F-96A6-2972426A3A63}" type="parTrans" cxnId="{C4D13FB4-0FD1-48FF-AB4B-035F479BA4E7}">
      <dgm:prSet/>
      <dgm:spPr/>
      <dgm:t>
        <a:bodyPr/>
        <a:lstStyle/>
        <a:p>
          <a:endParaRPr lang="en-US"/>
        </a:p>
      </dgm:t>
    </dgm:pt>
    <dgm:pt modelId="{3FDD498B-C338-4F3C-9707-6A31F5EB9217}" type="sibTrans" cxnId="{C4D13FB4-0FD1-48FF-AB4B-035F479BA4E7}">
      <dgm:prSet/>
      <dgm:spPr>
        <a:ln w="3175"/>
      </dgm:spPr>
      <dgm:t>
        <a:bodyPr/>
        <a:lstStyle/>
        <a:p>
          <a:endParaRPr lang="en-US" sz="2800"/>
        </a:p>
      </dgm:t>
    </dgm:pt>
    <dgm:pt modelId="{3EBDEC13-B94B-424C-B6D8-E23828E29484}">
      <dgm:prSet phldrT="[Text]" custT="1"/>
      <dgm:spPr>
        <a:ln w="3175"/>
      </dgm:spPr>
      <dgm:t>
        <a:bodyPr/>
        <a:lstStyle/>
        <a:p>
          <a:r>
            <a:rPr lang="en-US" sz="900" dirty="0"/>
            <a:t>12</a:t>
          </a:r>
        </a:p>
      </dgm:t>
    </dgm:pt>
    <dgm:pt modelId="{4194DC5B-FCB2-47F2-A7AB-F8C802D2C380}" type="parTrans" cxnId="{EBC68FFD-0F35-4FBB-B798-DB0A754358E6}">
      <dgm:prSet/>
      <dgm:spPr/>
      <dgm:t>
        <a:bodyPr/>
        <a:lstStyle/>
        <a:p>
          <a:endParaRPr lang="en-US"/>
        </a:p>
      </dgm:t>
    </dgm:pt>
    <dgm:pt modelId="{910D43BF-2E12-4265-8F31-790375B138D8}" type="sibTrans" cxnId="{EBC68FFD-0F35-4FBB-B798-DB0A754358E6}">
      <dgm:prSet/>
      <dgm:spPr>
        <a:ln w="3175"/>
      </dgm:spPr>
      <dgm:t>
        <a:bodyPr/>
        <a:lstStyle/>
        <a:p>
          <a:endParaRPr lang="en-US" sz="2800"/>
        </a:p>
      </dgm:t>
    </dgm:pt>
    <dgm:pt modelId="{DB1B9677-421A-4935-8C22-9192CE87F0FF}">
      <dgm:prSet phldrT="[Text]" custT="1"/>
      <dgm:spPr>
        <a:ln w="3175"/>
      </dgm:spPr>
      <dgm:t>
        <a:bodyPr/>
        <a:lstStyle/>
        <a:p>
          <a:r>
            <a:rPr lang="en-US" sz="900" dirty="0"/>
            <a:t>13</a:t>
          </a:r>
        </a:p>
      </dgm:t>
    </dgm:pt>
    <dgm:pt modelId="{C1DA78D6-0CE1-41A2-A0EE-D8D11B345670}" type="parTrans" cxnId="{1A792AAE-2086-4C09-9299-F978E6D076E1}">
      <dgm:prSet/>
      <dgm:spPr/>
      <dgm:t>
        <a:bodyPr/>
        <a:lstStyle/>
        <a:p>
          <a:endParaRPr lang="en-US"/>
        </a:p>
      </dgm:t>
    </dgm:pt>
    <dgm:pt modelId="{8BCD7E9B-E908-4EDF-8514-EDD1DB17AEBC}" type="sibTrans" cxnId="{1A792AAE-2086-4C09-9299-F978E6D076E1}">
      <dgm:prSet/>
      <dgm:spPr>
        <a:ln w="3175"/>
      </dgm:spPr>
      <dgm:t>
        <a:bodyPr/>
        <a:lstStyle/>
        <a:p>
          <a:endParaRPr lang="en-US" sz="2800"/>
        </a:p>
      </dgm:t>
    </dgm:pt>
    <dgm:pt modelId="{939662E8-1580-40AE-9B6C-323E8300E63E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14</a:t>
          </a:r>
        </a:p>
      </dgm:t>
    </dgm:pt>
    <dgm:pt modelId="{A9B8F123-7BAB-41C3-840A-4F646C50888F}" type="parTrans" cxnId="{9576AAAE-58F2-424F-B8E3-B337460ABDE1}">
      <dgm:prSet/>
      <dgm:spPr/>
      <dgm:t>
        <a:bodyPr/>
        <a:lstStyle/>
        <a:p>
          <a:endParaRPr lang="en-US"/>
        </a:p>
      </dgm:t>
    </dgm:pt>
    <dgm:pt modelId="{122F0F2A-9D73-4F96-9BEF-3D5D0F3739CC}" type="sibTrans" cxnId="{9576AAAE-58F2-424F-B8E3-B337460ABDE1}">
      <dgm:prSet/>
      <dgm:spPr>
        <a:ln w="3175"/>
      </dgm:spPr>
      <dgm:t>
        <a:bodyPr/>
        <a:lstStyle/>
        <a:p>
          <a:endParaRPr lang="en-US" sz="2800"/>
        </a:p>
      </dgm:t>
    </dgm:pt>
    <dgm:pt modelId="{A8370C54-57BB-4D77-84F2-21B7BBCB8CD1}">
      <dgm:prSet phldrT="[Text]" custT="1"/>
      <dgm:spPr>
        <a:ln w="3175"/>
      </dgm:spPr>
      <dgm:t>
        <a:bodyPr/>
        <a:lstStyle/>
        <a:p>
          <a:r>
            <a:rPr lang="en-US" sz="900" dirty="0"/>
            <a:t>15</a:t>
          </a:r>
        </a:p>
      </dgm:t>
    </dgm:pt>
    <dgm:pt modelId="{2A095022-B111-4BF4-8A3A-F583A99A0136}" type="parTrans" cxnId="{F90BA62E-E794-48A5-8857-5262442DCA4D}">
      <dgm:prSet/>
      <dgm:spPr/>
      <dgm:t>
        <a:bodyPr/>
        <a:lstStyle/>
        <a:p>
          <a:endParaRPr lang="en-US"/>
        </a:p>
      </dgm:t>
    </dgm:pt>
    <dgm:pt modelId="{3D64D77A-FD09-4D3C-876D-C0CB137E62CD}" type="sibTrans" cxnId="{F90BA62E-E794-48A5-8857-5262442DCA4D}">
      <dgm:prSet/>
      <dgm:spPr>
        <a:ln w="3175"/>
      </dgm:spPr>
      <dgm:t>
        <a:bodyPr/>
        <a:lstStyle/>
        <a:p>
          <a:endParaRPr lang="en-US" sz="2800"/>
        </a:p>
      </dgm:t>
    </dgm:pt>
    <dgm:pt modelId="{83672DD1-994D-4D7A-9A37-481E9664950D}">
      <dgm:prSet phldrT="[Text]" custT="1"/>
      <dgm:spPr>
        <a:ln w="3175"/>
      </dgm:spPr>
      <dgm:t>
        <a:bodyPr/>
        <a:lstStyle/>
        <a:p>
          <a:r>
            <a:rPr lang="en-US" sz="900" dirty="0"/>
            <a:t>16</a:t>
          </a:r>
        </a:p>
      </dgm:t>
    </dgm:pt>
    <dgm:pt modelId="{DDC0B2F7-016B-4613-8A55-5AA6A2FDE60C}" type="parTrans" cxnId="{88623BD7-0B78-4848-B319-4C616239BAB7}">
      <dgm:prSet/>
      <dgm:spPr/>
      <dgm:t>
        <a:bodyPr/>
        <a:lstStyle/>
        <a:p>
          <a:endParaRPr lang="en-US"/>
        </a:p>
      </dgm:t>
    </dgm:pt>
    <dgm:pt modelId="{B40BDC04-4CE6-4D7E-9F97-0E08939E39C6}" type="sibTrans" cxnId="{88623BD7-0B78-4848-B319-4C616239BAB7}">
      <dgm:prSet/>
      <dgm:spPr>
        <a:ln w="3175"/>
      </dgm:spPr>
      <dgm:t>
        <a:bodyPr/>
        <a:lstStyle/>
        <a:p>
          <a:endParaRPr lang="en-US" sz="2800"/>
        </a:p>
      </dgm:t>
    </dgm:pt>
    <dgm:pt modelId="{FB04C0DC-EAE0-413B-AB0C-0534D7083871}">
      <dgm:prSet phldrT="[Text]" custT="1"/>
      <dgm:spPr>
        <a:ln w="3175"/>
      </dgm:spPr>
      <dgm:t>
        <a:bodyPr/>
        <a:lstStyle/>
        <a:p>
          <a:r>
            <a:rPr lang="en-US" sz="900" dirty="0"/>
            <a:t>17</a:t>
          </a:r>
        </a:p>
      </dgm:t>
    </dgm:pt>
    <dgm:pt modelId="{3EEDB1CF-A50E-4C9A-8150-B0451961C9D5}" type="parTrans" cxnId="{1026074B-CC37-4BE4-828F-B18EFD1D274C}">
      <dgm:prSet/>
      <dgm:spPr/>
      <dgm:t>
        <a:bodyPr/>
        <a:lstStyle/>
        <a:p>
          <a:endParaRPr lang="en-US"/>
        </a:p>
      </dgm:t>
    </dgm:pt>
    <dgm:pt modelId="{5F59E52A-EEFC-4001-A3E3-1E6D1568133C}" type="sibTrans" cxnId="{1026074B-CC37-4BE4-828F-B18EFD1D274C}">
      <dgm:prSet/>
      <dgm:spPr>
        <a:ln w="3175"/>
      </dgm:spPr>
      <dgm:t>
        <a:bodyPr/>
        <a:lstStyle/>
        <a:p>
          <a:endParaRPr lang="en-US" sz="2800"/>
        </a:p>
      </dgm:t>
    </dgm:pt>
    <dgm:pt modelId="{BAB1302C-DD81-4AE2-A8FB-5C6A8E8133E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18</a:t>
          </a:r>
        </a:p>
      </dgm:t>
    </dgm:pt>
    <dgm:pt modelId="{B37CBE12-A1DC-48AE-9D35-BC5397163DD3}" type="parTrans" cxnId="{0B4ECD0A-BE7F-46F0-9F93-AB82BB4736EF}">
      <dgm:prSet/>
      <dgm:spPr/>
      <dgm:t>
        <a:bodyPr/>
        <a:lstStyle/>
        <a:p>
          <a:endParaRPr lang="en-US"/>
        </a:p>
      </dgm:t>
    </dgm:pt>
    <dgm:pt modelId="{E18762FF-2354-4F30-90ED-6FBC8FFF9078}" type="sibTrans" cxnId="{0B4ECD0A-BE7F-46F0-9F93-AB82BB4736EF}">
      <dgm:prSet/>
      <dgm:spPr>
        <a:ln w="3175"/>
      </dgm:spPr>
      <dgm:t>
        <a:bodyPr/>
        <a:lstStyle/>
        <a:p>
          <a:endParaRPr lang="en-US" sz="2800"/>
        </a:p>
      </dgm:t>
    </dgm:pt>
    <dgm:pt modelId="{A69216B9-B887-4EAA-9118-9814BCE4A626}">
      <dgm:prSet phldrT="[Text]" custT="1"/>
      <dgm:spPr>
        <a:ln w="3175"/>
      </dgm:spPr>
      <dgm:t>
        <a:bodyPr/>
        <a:lstStyle/>
        <a:p>
          <a:r>
            <a:rPr lang="en-US" sz="900" dirty="0"/>
            <a:t>19</a:t>
          </a:r>
        </a:p>
      </dgm:t>
    </dgm:pt>
    <dgm:pt modelId="{1D5DB990-5536-4125-944D-02ECBBA33DE4}" type="parTrans" cxnId="{07A50D78-6639-4A33-A74B-7706837DD05D}">
      <dgm:prSet/>
      <dgm:spPr/>
      <dgm:t>
        <a:bodyPr/>
        <a:lstStyle/>
        <a:p>
          <a:endParaRPr lang="en-US"/>
        </a:p>
      </dgm:t>
    </dgm:pt>
    <dgm:pt modelId="{EC947020-A574-4203-9CD7-6728E8A1F218}" type="sibTrans" cxnId="{07A50D78-6639-4A33-A74B-7706837DD05D}">
      <dgm:prSet/>
      <dgm:spPr>
        <a:ln w="3175"/>
      </dgm:spPr>
      <dgm:t>
        <a:bodyPr/>
        <a:lstStyle/>
        <a:p>
          <a:endParaRPr lang="en-US" sz="2800"/>
        </a:p>
      </dgm:t>
    </dgm:pt>
    <dgm:pt modelId="{76B5D27C-739F-4BE1-BB49-1559BF61D55D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20</a:t>
          </a:r>
        </a:p>
      </dgm:t>
    </dgm:pt>
    <dgm:pt modelId="{2119873A-C3A9-416C-A97E-7FBD1FC98807}" type="parTrans" cxnId="{1930D50E-D92E-4107-B01A-44265EC00184}">
      <dgm:prSet/>
      <dgm:spPr/>
      <dgm:t>
        <a:bodyPr/>
        <a:lstStyle/>
        <a:p>
          <a:endParaRPr lang="en-US"/>
        </a:p>
      </dgm:t>
    </dgm:pt>
    <dgm:pt modelId="{C55123D5-8763-48CB-8093-D52598355663}" type="sibTrans" cxnId="{1930D50E-D92E-4107-B01A-44265EC00184}">
      <dgm:prSet/>
      <dgm:spPr>
        <a:ln w="3175"/>
      </dgm:spPr>
      <dgm:t>
        <a:bodyPr/>
        <a:lstStyle/>
        <a:p>
          <a:endParaRPr lang="en-US" sz="2800"/>
        </a:p>
      </dgm:t>
    </dgm:pt>
    <dgm:pt modelId="{35385F59-FD3A-4E0E-806D-0D171FD73B60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21</a:t>
          </a:r>
        </a:p>
      </dgm:t>
    </dgm:pt>
    <dgm:pt modelId="{567BD894-944E-4EF2-8D98-51536C8E1C83}" type="parTrans" cxnId="{9FC3C574-02ED-4232-A01F-9EB4AFF41996}">
      <dgm:prSet/>
      <dgm:spPr/>
      <dgm:t>
        <a:bodyPr/>
        <a:lstStyle/>
        <a:p>
          <a:endParaRPr lang="en-US"/>
        </a:p>
      </dgm:t>
    </dgm:pt>
    <dgm:pt modelId="{6D67EEEA-04ED-4D88-A526-8907150BA8B9}" type="sibTrans" cxnId="{9FC3C574-02ED-4232-A01F-9EB4AFF41996}">
      <dgm:prSet/>
      <dgm:spPr>
        <a:ln w="3175"/>
      </dgm:spPr>
      <dgm:t>
        <a:bodyPr/>
        <a:lstStyle/>
        <a:p>
          <a:endParaRPr lang="en-US" sz="2800"/>
        </a:p>
      </dgm:t>
    </dgm:pt>
    <dgm:pt modelId="{4386FCAA-717C-484A-8040-46E0C7874DC0}">
      <dgm:prSet phldrT="[Text]" custT="1"/>
      <dgm:spPr>
        <a:ln w="3175"/>
      </dgm:spPr>
      <dgm:t>
        <a:bodyPr/>
        <a:lstStyle/>
        <a:p>
          <a:r>
            <a:rPr lang="en-US" sz="900" dirty="0"/>
            <a:t>22</a:t>
          </a:r>
        </a:p>
      </dgm:t>
    </dgm:pt>
    <dgm:pt modelId="{7B2FE6D5-2676-445F-AC55-28FB452BBC94}" type="parTrans" cxnId="{16A34594-33A6-4493-BA23-38BF5100BDF4}">
      <dgm:prSet/>
      <dgm:spPr/>
      <dgm:t>
        <a:bodyPr/>
        <a:lstStyle/>
        <a:p>
          <a:endParaRPr lang="en-US"/>
        </a:p>
      </dgm:t>
    </dgm:pt>
    <dgm:pt modelId="{1D060F47-F191-4433-AAC1-B798E8CB1418}" type="sibTrans" cxnId="{16A34594-33A6-4493-BA23-38BF5100BDF4}">
      <dgm:prSet/>
      <dgm:spPr>
        <a:ln w="3175"/>
      </dgm:spPr>
      <dgm:t>
        <a:bodyPr/>
        <a:lstStyle/>
        <a:p>
          <a:endParaRPr lang="en-US" sz="2800"/>
        </a:p>
      </dgm:t>
    </dgm:pt>
    <dgm:pt modelId="{BB217A16-9AF2-4D4B-B615-1E19EDAD0C53}">
      <dgm:prSet phldrT="[Text]" custT="1"/>
      <dgm:spPr>
        <a:ln w="3175"/>
      </dgm:spPr>
      <dgm:t>
        <a:bodyPr/>
        <a:lstStyle/>
        <a:p>
          <a:r>
            <a:rPr lang="en-US" sz="900" dirty="0"/>
            <a:t>23</a:t>
          </a:r>
        </a:p>
      </dgm:t>
    </dgm:pt>
    <dgm:pt modelId="{C1AA23A3-532B-4317-BA6C-EB24CD6F69A6}" type="parTrans" cxnId="{D864FDE6-AE68-4123-A8AA-7FC1D1294C03}">
      <dgm:prSet/>
      <dgm:spPr/>
      <dgm:t>
        <a:bodyPr/>
        <a:lstStyle/>
        <a:p>
          <a:endParaRPr lang="en-US"/>
        </a:p>
      </dgm:t>
    </dgm:pt>
    <dgm:pt modelId="{C0983ED0-8E1A-4C36-9B3F-D751B585C5F1}" type="sibTrans" cxnId="{D864FDE6-AE68-4123-A8AA-7FC1D1294C03}">
      <dgm:prSet/>
      <dgm:spPr>
        <a:ln w="3175"/>
      </dgm:spPr>
      <dgm:t>
        <a:bodyPr/>
        <a:lstStyle/>
        <a:p>
          <a:endParaRPr lang="en-US" sz="2800"/>
        </a:p>
      </dgm:t>
    </dgm:pt>
    <dgm:pt modelId="{79F5EE38-222D-4BAC-ABC2-B06CAE63135B}">
      <dgm:prSet phldrT="[Text]" custT="1"/>
      <dgm:spPr>
        <a:ln w="3175"/>
      </dgm:spPr>
      <dgm:t>
        <a:bodyPr/>
        <a:lstStyle/>
        <a:p>
          <a:r>
            <a:rPr lang="en-US" sz="900" dirty="0"/>
            <a:t>24</a:t>
          </a:r>
        </a:p>
      </dgm:t>
    </dgm:pt>
    <dgm:pt modelId="{3ADBA506-0986-4716-88E4-2981DF0CE09F}" type="parTrans" cxnId="{0C29EC76-D4AC-4DC4-9D40-265DA37EAA2C}">
      <dgm:prSet/>
      <dgm:spPr/>
      <dgm:t>
        <a:bodyPr/>
        <a:lstStyle/>
        <a:p>
          <a:endParaRPr lang="en-US"/>
        </a:p>
      </dgm:t>
    </dgm:pt>
    <dgm:pt modelId="{6C9FBB1A-9ABC-41ED-8500-19720D0A6187}" type="sibTrans" cxnId="{0C29EC76-D4AC-4DC4-9D40-265DA37EAA2C}">
      <dgm:prSet/>
      <dgm:spPr>
        <a:ln w="3175"/>
      </dgm:spPr>
      <dgm:t>
        <a:bodyPr/>
        <a:lstStyle/>
        <a:p>
          <a:endParaRPr lang="en-US" sz="2800"/>
        </a:p>
      </dgm:t>
    </dgm:pt>
    <dgm:pt modelId="{49E309A8-4ACE-4E24-9468-1B63E3F6A1C8}">
      <dgm:prSet phldrT="[Text]" custT="1"/>
      <dgm:spPr>
        <a:ln w="3175"/>
      </dgm:spPr>
      <dgm:t>
        <a:bodyPr/>
        <a:lstStyle/>
        <a:p>
          <a:r>
            <a:rPr lang="en-US" sz="900" dirty="0"/>
            <a:t>25</a:t>
          </a:r>
        </a:p>
      </dgm:t>
    </dgm:pt>
    <dgm:pt modelId="{D6C68469-A6BE-45BF-A540-5A9AD7D1FDCC}" type="parTrans" cxnId="{C49149D8-B800-4423-B48C-40A1637857E9}">
      <dgm:prSet/>
      <dgm:spPr/>
      <dgm:t>
        <a:bodyPr/>
        <a:lstStyle/>
        <a:p>
          <a:endParaRPr lang="en-US"/>
        </a:p>
      </dgm:t>
    </dgm:pt>
    <dgm:pt modelId="{7115A82F-A0CA-47E6-9A40-2F50E0CCCA35}" type="sibTrans" cxnId="{C49149D8-B800-4423-B48C-40A1637857E9}">
      <dgm:prSet/>
      <dgm:spPr>
        <a:ln w="3175"/>
      </dgm:spPr>
      <dgm:t>
        <a:bodyPr/>
        <a:lstStyle/>
        <a:p>
          <a:endParaRPr lang="en-US" sz="2800"/>
        </a:p>
      </dgm:t>
    </dgm:pt>
    <dgm:pt modelId="{D02FAA77-956C-45D2-8464-ED2559956DD2}">
      <dgm:prSet phldrT="[Text]" custT="1"/>
      <dgm:spPr>
        <a:ln w="3175"/>
      </dgm:spPr>
      <dgm:t>
        <a:bodyPr/>
        <a:lstStyle/>
        <a:p>
          <a:r>
            <a:rPr lang="en-US" sz="900" dirty="0"/>
            <a:t>26</a:t>
          </a:r>
        </a:p>
      </dgm:t>
    </dgm:pt>
    <dgm:pt modelId="{C79E506C-53D3-4E39-8681-67DEA5CADD14}" type="parTrans" cxnId="{9751F274-5EE9-4DEF-9205-CAB8BEE9F26A}">
      <dgm:prSet/>
      <dgm:spPr/>
      <dgm:t>
        <a:bodyPr/>
        <a:lstStyle/>
        <a:p>
          <a:endParaRPr lang="en-US"/>
        </a:p>
      </dgm:t>
    </dgm:pt>
    <dgm:pt modelId="{AC94AC6E-FC58-470F-95C8-F928ABB93594}" type="sibTrans" cxnId="{9751F274-5EE9-4DEF-9205-CAB8BEE9F26A}">
      <dgm:prSet/>
      <dgm:spPr>
        <a:ln w="3175"/>
      </dgm:spPr>
      <dgm:t>
        <a:bodyPr/>
        <a:lstStyle/>
        <a:p>
          <a:endParaRPr lang="en-US" sz="2800"/>
        </a:p>
      </dgm:t>
    </dgm:pt>
    <dgm:pt modelId="{BA2EC476-731E-4903-8F01-CC5FC637BFFF}">
      <dgm:prSet phldrT="[Text]" custT="1"/>
      <dgm:spPr>
        <a:ln w="3175"/>
      </dgm:spPr>
      <dgm:t>
        <a:bodyPr/>
        <a:lstStyle/>
        <a:p>
          <a:r>
            <a:rPr lang="en-US" sz="900" dirty="0"/>
            <a:t>27</a:t>
          </a:r>
        </a:p>
      </dgm:t>
    </dgm:pt>
    <dgm:pt modelId="{1E93F294-9191-4F3C-8C73-307BDA462CD8}" type="parTrans" cxnId="{DDAE6729-4ABF-4BA0-9066-ABCD3045B768}">
      <dgm:prSet/>
      <dgm:spPr/>
      <dgm:t>
        <a:bodyPr/>
        <a:lstStyle/>
        <a:p>
          <a:endParaRPr lang="en-US"/>
        </a:p>
      </dgm:t>
    </dgm:pt>
    <dgm:pt modelId="{C81C93CF-4ABC-443A-B46F-7B67B7A103B0}" type="sibTrans" cxnId="{DDAE6729-4ABF-4BA0-9066-ABCD3045B768}">
      <dgm:prSet/>
      <dgm:spPr>
        <a:ln w="3175"/>
      </dgm:spPr>
      <dgm:t>
        <a:bodyPr/>
        <a:lstStyle/>
        <a:p>
          <a:endParaRPr lang="en-US" sz="2800"/>
        </a:p>
      </dgm:t>
    </dgm:pt>
    <dgm:pt modelId="{48A59AEC-96FC-49B4-88EA-A3EB39384894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28</a:t>
          </a:r>
        </a:p>
      </dgm:t>
    </dgm:pt>
    <dgm:pt modelId="{C44A88B5-B9C3-46DA-9DED-FD4A07327DFA}" type="parTrans" cxnId="{E4A6BC44-AE44-4BA5-B6D3-1BCE6AE0F149}">
      <dgm:prSet/>
      <dgm:spPr/>
      <dgm:t>
        <a:bodyPr/>
        <a:lstStyle/>
        <a:p>
          <a:endParaRPr lang="en-US"/>
        </a:p>
      </dgm:t>
    </dgm:pt>
    <dgm:pt modelId="{B7A4C8FA-340E-486F-81D8-FF544AB43A4E}" type="sibTrans" cxnId="{E4A6BC44-AE44-4BA5-B6D3-1BCE6AE0F149}">
      <dgm:prSet/>
      <dgm:spPr>
        <a:ln w="3175"/>
      </dgm:spPr>
      <dgm:t>
        <a:bodyPr/>
        <a:lstStyle/>
        <a:p>
          <a:endParaRPr lang="en-US" sz="2800"/>
        </a:p>
      </dgm:t>
    </dgm:pt>
    <dgm:pt modelId="{0C32458D-E832-48BB-9259-B17D8D2F155B}">
      <dgm:prSet phldrT="[Text]" custT="1"/>
      <dgm:spPr>
        <a:ln w="3175"/>
      </dgm:spPr>
      <dgm:t>
        <a:bodyPr/>
        <a:lstStyle/>
        <a:p>
          <a:r>
            <a:rPr lang="en-US" sz="900" dirty="0"/>
            <a:t>29</a:t>
          </a:r>
        </a:p>
      </dgm:t>
    </dgm:pt>
    <dgm:pt modelId="{4243369C-ADCF-43E1-B70D-7FEE941604AC}" type="parTrans" cxnId="{CA98B5B7-867D-41B4-A452-B4FC72D3A4DD}">
      <dgm:prSet/>
      <dgm:spPr/>
      <dgm:t>
        <a:bodyPr/>
        <a:lstStyle/>
        <a:p>
          <a:endParaRPr lang="en-US"/>
        </a:p>
      </dgm:t>
    </dgm:pt>
    <dgm:pt modelId="{DF88F8CF-9279-4F9F-A099-1B4E96148323}" type="sibTrans" cxnId="{CA98B5B7-867D-41B4-A452-B4FC72D3A4DD}">
      <dgm:prSet/>
      <dgm:spPr>
        <a:ln w="3175"/>
      </dgm:spPr>
      <dgm:t>
        <a:bodyPr/>
        <a:lstStyle/>
        <a:p>
          <a:endParaRPr lang="en-US" sz="2800"/>
        </a:p>
      </dgm:t>
    </dgm:pt>
    <dgm:pt modelId="{553BEC81-A978-430C-80DA-1DF185989AAF}">
      <dgm:prSet phldrT="[Text]" custT="1"/>
      <dgm:spPr>
        <a:ln w="3175"/>
      </dgm:spPr>
      <dgm:t>
        <a:bodyPr/>
        <a:lstStyle/>
        <a:p>
          <a:r>
            <a:rPr lang="en-US" sz="900" dirty="0"/>
            <a:t>30</a:t>
          </a:r>
        </a:p>
      </dgm:t>
    </dgm:pt>
    <dgm:pt modelId="{F967C4E0-84B8-4DD8-94B3-652A70C1E617}" type="parTrans" cxnId="{FE5DE3E6-FC91-4656-85E4-45B335D2DABB}">
      <dgm:prSet/>
      <dgm:spPr/>
      <dgm:t>
        <a:bodyPr/>
        <a:lstStyle/>
        <a:p>
          <a:endParaRPr lang="en-US"/>
        </a:p>
      </dgm:t>
    </dgm:pt>
    <dgm:pt modelId="{E48A52DD-C72D-4935-A10C-8179C47FCC6E}" type="sibTrans" cxnId="{FE5DE3E6-FC91-4656-85E4-45B335D2DABB}">
      <dgm:prSet/>
      <dgm:spPr/>
      <dgm:t>
        <a:bodyPr/>
        <a:lstStyle/>
        <a:p>
          <a:endParaRPr lang="en-US"/>
        </a:p>
      </dgm:t>
    </dgm:pt>
    <dgm:pt modelId="{E4888B1B-2BE2-4790-B9ED-71F3187B9F21}">
      <dgm:prSet phldrT="[Text]" custT="1"/>
      <dgm:spPr>
        <a:ln w="3175"/>
      </dgm:spPr>
      <dgm:t>
        <a:bodyPr/>
        <a:lstStyle/>
        <a:p>
          <a:r>
            <a:rPr lang="en-US" sz="900" dirty="0"/>
            <a:t>31</a:t>
          </a:r>
        </a:p>
      </dgm:t>
    </dgm:pt>
    <dgm:pt modelId="{73C1ADEF-47C9-4674-A811-66907754D373}" type="parTrans" cxnId="{361C1845-B91F-4C24-B652-323E1165FD8F}">
      <dgm:prSet/>
      <dgm:spPr/>
      <dgm:t>
        <a:bodyPr/>
        <a:lstStyle/>
        <a:p>
          <a:endParaRPr lang="en-US"/>
        </a:p>
      </dgm:t>
    </dgm:pt>
    <dgm:pt modelId="{E1A72A0C-6E1A-4616-AA17-2E6AC02A1850}" type="sibTrans" cxnId="{361C1845-B91F-4C24-B652-323E1165FD8F}">
      <dgm:prSet/>
      <dgm:spPr/>
      <dgm:t>
        <a:bodyPr/>
        <a:lstStyle/>
        <a:p>
          <a:endParaRPr lang="en-US"/>
        </a:p>
      </dgm:t>
    </dgm:pt>
    <dgm:pt modelId="{EFAE7302-6632-4D60-A96D-23F394241DE4}" type="pres">
      <dgm:prSet presAssocID="{B3F6A2BA-40B6-4187-AFF8-F8F9AF80E7F9}" presName="cycle" presStyleCnt="0">
        <dgm:presLayoutVars>
          <dgm:dir/>
          <dgm:resizeHandles val="exact"/>
        </dgm:presLayoutVars>
      </dgm:prSet>
      <dgm:spPr/>
    </dgm:pt>
    <dgm:pt modelId="{37F6FC54-D545-444E-B19E-55F8864057C9}" type="pres">
      <dgm:prSet presAssocID="{CB7A3099-1224-4ECB-902C-396EC7BA7968}" presName="node" presStyleLbl="node1" presStyleIdx="0" presStyleCnt="32" custScaleX="126252" custScaleY="110804">
        <dgm:presLayoutVars>
          <dgm:bulletEnabled val="1"/>
        </dgm:presLayoutVars>
      </dgm:prSet>
      <dgm:spPr/>
    </dgm:pt>
    <dgm:pt modelId="{F73F8756-B089-4C69-872B-9C77B1D2E9B9}" type="pres">
      <dgm:prSet presAssocID="{CB7A3099-1224-4ECB-902C-396EC7BA7968}" presName="spNode" presStyleCnt="0"/>
      <dgm:spPr/>
    </dgm:pt>
    <dgm:pt modelId="{990317AE-40E7-4E24-A709-5C1E3D7DF428}" type="pres">
      <dgm:prSet presAssocID="{50D7F308-47D9-4906-97CC-2D84909FC247}" presName="sibTrans" presStyleLbl="sibTrans1D1" presStyleIdx="0" presStyleCnt="32" custScaleX="2000000" custScaleY="2000000"/>
      <dgm:spPr/>
    </dgm:pt>
    <dgm:pt modelId="{0A74DD1F-BEEA-4E1C-A32C-B77C043FA489}" type="pres">
      <dgm:prSet presAssocID="{05255914-D32A-40B4-8C21-212024189328}" presName="node" presStyleLbl="node1" presStyleIdx="1" presStyleCnt="32" custScaleX="126252" custScaleY="110804">
        <dgm:presLayoutVars>
          <dgm:bulletEnabled val="1"/>
        </dgm:presLayoutVars>
      </dgm:prSet>
      <dgm:spPr/>
    </dgm:pt>
    <dgm:pt modelId="{33AA3025-9FF4-4436-AD56-351C2AA3B91C}" type="pres">
      <dgm:prSet presAssocID="{05255914-D32A-40B4-8C21-212024189328}" presName="spNode" presStyleCnt="0"/>
      <dgm:spPr/>
    </dgm:pt>
    <dgm:pt modelId="{53232857-986B-4378-8600-83D67A96D1FC}" type="pres">
      <dgm:prSet presAssocID="{DF2D58BB-B07E-4427-B0B4-7328C7A546CF}" presName="sibTrans" presStyleLbl="sibTrans1D1" presStyleIdx="1" presStyleCnt="32" custScaleX="2000000" custScaleY="2000000"/>
      <dgm:spPr/>
    </dgm:pt>
    <dgm:pt modelId="{B79BDE4E-122F-4949-877A-51460124312E}" type="pres">
      <dgm:prSet presAssocID="{CF291975-5B89-42C1-A954-78B0363C5805}" presName="node" presStyleLbl="node1" presStyleIdx="2" presStyleCnt="32" custScaleX="126252" custScaleY="110804">
        <dgm:presLayoutVars>
          <dgm:bulletEnabled val="1"/>
        </dgm:presLayoutVars>
      </dgm:prSet>
      <dgm:spPr/>
    </dgm:pt>
    <dgm:pt modelId="{E5A97052-E50B-4364-B8F3-C5BB55C62E43}" type="pres">
      <dgm:prSet presAssocID="{CF291975-5B89-42C1-A954-78B0363C5805}" presName="spNode" presStyleCnt="0"/>
      <dgm:spPr/>
    </dgm:pt>
    <dgm:pt modelId="{C1FBA839-DD16-4EA3-AA23-4F09E108C25C}" type="pres">
      <dgm:prSet presAssocID="{BB5988A9-792F-4F35-BF7A-F0D97FB3530B}" presName="sibTrans" presStyleLbl="sibTrans1D1" presStyleIdx="2" presStyleCnt="32" custScaleX="2000000" custScaleY="2000000"/>
      <dgm:spPr/>
    </dgm:pt>
    <dgm:pt modelId="{47D8252C-7210-4124-986D-C5A27EC7BB38}" type="pres">
      <dgm:prSet presAssocID="{0F1EED64-1422-4916-86A1-6EC539D1088A}" presName="node" presStyleLbl="node1" presStyleIdx="3" presStyleCnt="32" custScaleX="126252" custScaleY="110804">
        <dgm:presLayoutVars>
          <dgm:bulletEnabled val="1"/>
        </dgm:presLayoutVars>
      </dgm:prSet>
      <dgm:spPr/>
    </dgm:pt>
    <dgm:pt modelId="{49128025-155A-4115-B8B9-1A751CA1730C}" type="pres">
      <dgm:prSet presAssocID="{0F1EED64-1422-4916-86A1-6EC539D1088A}" presName="spNode" presStyleCnt="0"/>
      <dgm:spPr/>
    </dgm:pt>
    <dgm:pt modelId="{9A5BE75C-4E4D-435D-8920-9E32832F465D}" type="pres">
      <dgm:prSet presAssocID="{C682A7C4-7A1C-44E3-9B83-DF842E56DA03}" presName="sibTrans" presStyleLbl="sibTrans1D1" presStyleIdx="3" presStyleCnt="32" custScaleX="2000000" custScaleY="2000000"/>
      <dgm:spPr/>
    </dgm:pt>
    <dgm:pt modelId="{E213AD56-109D-4571-A0B0-1181C7025370}" type="pres">
      <dgm:prSet presAssocID="{EA111F39-A024-4AB2-977C-8988D99FEE4B}" presName="node" presStyleLbl="node1" presStyleIdx="4" presStyleCnt="32" custScaleX="126252" custScaleY="110804">
        <dgm:presLayoutVars>
          <dgm:bulletEnabled val="1"/>
        </dgm:presLayoutVars>
      </dgm:prSet>
      <dgm:spPr/>
    </dgm:pt>
    <dgm:pt modelId="{41190AB1-8428-4DEE-ADF0-BAC788A0917C}" type="pres">
      <dgm:prSet presAssocID="{EA111F39-A024-4AB2-977C-8988D99FEE4B}" presName="spNode" presStyleCnt="0"/>
      <dgm:spPr/>
    </dgm:pt>
    <dgm:pt modelId="{3E6F2280-A61F-493F-991B-F51BCDF11010}" type="pres">
      <dgm:prSet presAssocID="{AA774F68-286C-419B-8B7D-02F83155FDF4}" presName="sibTrans" presStyleLbl="sibTrans1D1" presStyleIdx="4" presStyleCnt="32" custScaleX="2000000" custScaleY="2000000"/>
      <dgm:spPr/>
    </dgm:pt>
    <dgm:pt modelId="{D0E1629B-81D1-410E-AE41-A68200AAD38A}" type="pres">
      <dgm:prSet presAssocID="{B84CDA86-2342-4CD5-A2D0-3EE2D6B77400}" presName="node" presStyleLbl="node1" presStyleIdx="5" presStyleCnt="32" custScaleX="126252" custScaleY="110804">
        <dgm:presLayoutVars>
          <dgm:bulletEnabled val="1"/>
        </dgm:presLayoutVars>
      </dgm:prSet>
      <dgm:spPr/>
    </dgm:pt>
    <dgm:pt modelId="{98736DC7-D98D-4E78-942E-3E553CB51665}" type="pres">
      <dgm:prSet presAssocID="{B84CDA86-2342-4CD5-A2D0-3EE2D6B77400}" presName="spNode" presStyleCnt="0"/>
      <dgm:spPr/>
    </dgm:pt>
    <dgm:pt modelId="{896B2AF0-997F-4A3D-95E9-687AEE393215}" type="pres">
      <dgm:prSet presAssocID="{29F8A4A0-082D-4991-B443-0A8AFA42422B}" presName="sibTrans" presStyleLbl="sibTrans1D1" presStyleIdx="5" presStyleCnt="32" custScaleX="2000000" custScaleY="2000000"/>
      <dgm:spPr/>
    </dgm:pt>
    <dgm:pt modelId="{BC51FB21-3AAD-464F-AB4E-68130F6D9956}" type="pres">
      <dgm:prSet presAssocID="{5625A0BA-3784-45B6-97EC-2096A47B399F}" presName="node" presStyleLbl="node1" presStyleIdx="6" presStyleCnt="32" custScaleX="126252" custScaleY="110804">
        <dgm:presLayoutVars>
          <dgm:bulletEnabled val="1"/>
        </dgm:presLayoutVars>
      </dgm:prSet>
      <dgm:spPr/>
    </dgm:pt>
    <dgm:pt modelId="{678D2501-9B9B-4053-8341-251711D30C2F}" type="pres">
      <dgm:prSet presAssocID="{5625A0BA-3784-45B6-97EC-2096A47B399F}" presName="spNode" presStyleCnt="0"/>
      <dgm:spPr/>
    </dgm:pt>
    <dgm:pt modelId="{36A25B59-0286-4766-AF4A-4AD99255FB9A}" type="pres">
      <dgm:prSet presAssocID="{A6D5980C-35E2-4AB0-8246-6AAB28C06B23}" presName="sibTrans" presStyleLbl="sibTrans1D1" presStyleIdx="6" presStyleCnt="32" custScaleX="2000000" custScaleY="2000000"/>
      <dgm:spPr/>
    </dgm:pt>
    <dgm:pt modelId="{4EBAFEA8-38A7-4839-A196-E833865FEC3E}" type="pres">
      <dgm:prSet presAssocID="{B2DF35EF-9BDC-40A7-BFCA-A1A3E1293144}" presName="node" presStyleLbl="node1" presStyleIdx="7" presStyleCnt="32" custScaleX="126252" custScaleY="110804">
        <dgm:presLayoutVars>
          <dgm:bulletEnabled val="1"/>
        </dgm:presLayoutVars>
      </dgm:prSet>
      <dgm:spPr/>
    </dgm:pt>
    <dgm:pt modelId="{C248C08C-3758-4EEE-8D81-59D26C39B226}" type="pres">
      <dgm:prSet presAssocID="{B2DF35EF-9BDC-40A7-BFCA-A1A3E1293144}" presName="spNode" presStyleCnt="0"/>
      <dgm:spPr/>
    </dgm:pt>
    <dgm:pt modelId="{A95F9BD2-8E6C-4D20-A2D9-24C989631FAC}" type="pres">
      <dgm:prSet presAssocID="{3515389E-A2D9-4A91-A416-D06FB2BCF4D7}" presName="sibTrans" presStyleLbl="sibTrans1D1" presStyleIdx="7" presStyleCnt="32" custScaleX="2000000" custScaleY="2000000"/>
      <dgm:spPr/>
    </dgm:pt>
    <dgm:pt modelId="{FCDBC8B2-A072-489D-B135-4F76C90ABB73}" type="pres">
      <dgm:prSet presAssocID="{868767A5-C3E4-4645-9C8D-69D5627043D3}" presName="node" presStyleLbl="node1" presStyleIdx="8" presStyleCnt="32" custScaleX="126252" custScaleY="110804">
        <dgm:presLayoutVars>
          <dgm:bulletEnabled val="1"/>
        </dgm:presLayoutVars>
      </dgm:prSet>
      <dgm:spPr/>
    </dgm:pt>
    <dgm:pt modelId="{1A502533-D656-4694-9BDA-B75F503AD108}" type="pres">
      <dgm:prSet presAssocID="{868767A5-C3E4-4645-9C8D-69D5627043D3}" presName="spNode" presStyleCnt="0"/>
      <dgm:spPr/>
    </dgm:pt>
    <dgm:pt modelId="{BBF115A0-E49F-481D-B9B9-7781A7700C68}" type="pres">
      <dgm:prSet presAssocID="{BE0F9672-9967-4BB3-945A-82902934D4C9}" presName="sibTrans" presStyleLbl="sibTrans1D1" presStyleIdx="8" presStyleCnt="32" custScaleX="2000000" custScaleY="2000000"/>
      <dgm:spPr/>
    </dgm:pt>
    <dgm:pt modelId="{27377A35-5C63-4153-A1CA-D07A81FEBED6}" type="pres">
      <dgm:prSet presAssocID="{9281F980-DBAB-4458-BA3E-080893361045}" presName="node" presStyleLbl="node1" presStyleIdx="9" presStyleCnt="32" custScaleX="126252" custScaleY="110804">
        <dgm:presLayoutVars>
          <dgm:bulletEnabled val="1"/>
        </dgm:presLayoutVars>
      </dgm:prSet>
      <dgm:spPr/>
    </dgm:pt>
    <dgm:pt modelId="{166E8CAE-7A6A-441E-B81D-F2A6930AEB34}" type="pres">
      <dgm:prSet presAssocID="{9281F980-DBAB-4458-BA3E-080893361045}" presName="spNode" presStyleCnt="0"/>
      <dgm:spPr/>
    </dgm:pt>
    <dgm:pt modelId="{C75F3799-6FE1-44D4-94E5-D0323DD9642D}" type="pres">
      <dgm:prSet presAssocID="{EE9F8E24-F686-4CD7-B40D-889B181D327C}" presName="sibTrans" presStyleLbl="sibTrans1D1" presStyleIdx="9" presStyleCnt="32" custScaleX="2000000" custScaleY="2000000"/>
      <dgm:spPr/>
    </dgm:pt>
    <dgm:pt modelId="{ACA3DEE4-4C37-414B-A20E-469C72FF631D}" type="pres">
      <dgm:prSet presAssocID="{A895021A-1FC9-40D9-9A23-C05D673066F3}" presName="node" presStyleLbl="node1" presStyleIdx="10" presStyleCnt="32" custScaleX="126252" custScaleY="110804">
        <dgm:presLayoutVars>
          <dgm:bulletEnabled val="1"/>
        </dgm:presLayoutVars>
      </dgm:prSet>
      <dgm:spPr/>
    </dgm:pt>
    <dgm:pt modelId="{5E377587-15D8-428C-8F90-BB7C49868333}" type="pres">
      <dgm:prSet presAssocID="{A895021A-1FC9-40D9-9A23-C05D673066F3}" presName="spNode" presStyleCnt="0"/>
      <dgm:spPr/>
    </dgm:pt>
    <dgm:pt modelId="{39826E2A-859D-4D09-B02A-05287C251E70}" type="pres">
      <dgm:prSet presAssocID="{C63CE439-C9A4-437A-AA24-C2B1C4D3EC13}" presName="sibTrans" presStyleLbl="sibTrans1D1" presStyleIdx="10" presStyleCnt="32" custScaleX="2000000" custScaleY="2000000"/>
      <dgm:spPr/>
    </dgm:pt>
    <dgm:pt modelId="{508270A1-9056-4B9A-B0BC-2D3B1299FC58}" type="pres">
      <dgm:prSet presAssocID="{EE1F149E-F983-420A-AE26-0CA291A969CC}" presName="node" presStyleLbl="node1" presStyleIdx="11" presStyleCnt="32" custScaleX="126252" custScaleY="110804">
        <dgm:presLayoutVars>
          <dgm:bulletEnabled val="1"/>
        </dgm:presLayoutVars>
      </dgm:prSet>
      <dgm:spPr/>
    </dgm:pt>
    <dgm:pt modelId="{32B48CEE-BE6C-4B73-AA70-08340D7306CA}" type="pres">
      <dgm:prSet presAssocID="{EE1F149E-F983-420A-AE26-0CA291A969CC}" presName="spNode" presStyleCnt="0"/>
      <dgm:spPr/>
    </dgm:pt>
    <dgm:pt modelId="{0186EB4D-19E9-40A6-9853-FE75E1F1C601}" type="pres">
      <dgm:prSet presAssocID="{3FDD498B-C338-4F3C-9707-6A31F5EB9217}" presName="sibTrans" presStyleLbl="sibTrans1D1" presStyleIdx="11" presStyleCnt="32" custScaleX="2000000" custScaleY="2000000"/>
      <dgm:spPr/>
    </dgm:pt>
    <dgm:pt modelId="{E6415271-4602-49BD-8F77-B2554532B0A0}" type="pres">
      <dgm:prSet presAssocID="{3EBDEC13-B94B-424C-B6D8-E23828E29484}" presName="node" presStyleLbl="node1" presStyleIdx="12" presStyleCnt="32" custScaleX="126252" custScaleY="110804">
        <dgm:presLayoutVars>
          <dgm:bulletEnabled val="1"/>
        </dgm:presLayoutVars>
      </dgm:prSet>
      <dgm:spPr/>
    </dgm:pt>
    <dgm:pt modelId="{18476B6F-E555-4078-9F4F-FED8900C0811}" type="pres">
      <dgm:prSet presAssocID="{3EBDEC13-B94B-424C-B6D8-E23828E29484}" presName="spNode" presStyleCnt="0"/>
      <dgm:spPr/>
    </dgm:pt>
    <dgm:pt modelId="{0CA37BE1-2CF9-468E-BFF7-47A995E3BB08}" type="pres">
      <dgm:prSet presAssocID="{910D43BF-2E12-4265-8F31-790375B138D8}" presName="sibTrans" presStyleLbl="sibTrans1D1" presStyleIdx="12" presStyleCnt="32" custScaleX="2000000" custScaleY="2000000"/>
      <dgm:spPr/>
    </dgm:pt>
    <dgm:pt modelId="{C10433AE-724D-434E-B55F-F8FBA5E6691B}" type="pres">
      <dgm:prSet presAssocID="{DB1B9677-421A-4935-8C22-9192CE87F0FF}" presName="node" presStyleLbl="node1" presStyleIdx="13" presStyleCnt="32" custScaleX="126252" custScaleY="110804">
        <dgm:presLayoutVars>
          <dgm:bulletEnabled val="1"/>
        </dgm:presLayoutVars>
      </dgm:prSet>
      <dgm:spPr/>
    </dgm:pt>
    <dgm:pt modelId="{1BF69A71-2EE3-482B-A6FD-09CDD6717BD2}" type="pres">
      <dgm:prSet presAssocID="{DB1B9677-421A-4935-8C22-9192CE87F0FF}" presName="spNode" presStyleCnt="0"/>
      <dgm:spPr/>
    </dgm:pt>
    <dgm:pt modelId="{6361BE26-1613-4254-AAB5-23BC794B38F0}" type="pres">
      <dgm:prSet presAssocID="{8BCD7E9B-E908-4EDF-8514-EDD1DB17AEBC}" presName="sibTrans" presStyleLbl="sibTrans1D1" presStyleIdx="13" presStyleCnt="32" custScaleX="2000000" custScaleY="2000000"/>
      <dgm:spPr/>
    </dgm:pt>
    <dgm:pt modelId="{75C04093-B402-44E4-A02F-D9D20B3CFE9D}" type="pres">
      <dgm:prSet presAssocID="{939662E8-1580-40AE-9B6C-323E8300E63E}" presName="node" presStyleLbl="node1" presStyleIdx="14" presStyleCnt="32" custScaleX="126252" custScaleY="110804">
        <dgm:presLayoutVars>
          <dgm:bulletEnabled val="1"/>
        </dgm:presLayoutVars>
      </dgm:prSet>
      <dgm:spPr/>
    </dgm:pt>
    <dgm:pt modelId="{320450C4-F523-4B16-B2D9-4DF083C0D164}" type="pres">
      <dgm:prSet presAssocID="{939662E8-1580-40AE-9B6C-323E8300E63E}" presName="spNode" presStyleCnt="0"/>
      <dgm:spPr/>
    </dgm:pt>
    <dgm:pt modelId="{76F78CE6-90C8-4B35-9F7E-1F5EB9B22151}" type="pres">
      <dgm:prSet presAssocID="{122F0F2A-9D73-4F96-9BEF-3D5D0F3739CC}" presName="sibTrans" presStyleLbl="sibTrans1D1" presStyleIdx="14" presStyleCnt="32" custScaleX="2000000" custScaleY="2000000"/>
      <dgm:spPr/>
    </dgm:pt>
    <dgm:pt modelId="{618D29F1-B27A-4177-81E5-AC40E22B797C}" type="pres">
      <dgm:prSet presAssocID="{A8370C54-57BB-4D77-84F2-21B7BBCB8CD1}" presName="node" presStyleLbl="node1" presStyleIdx="15" presStyleCnt="32" custScaleX="126252" custScaleY="110804">
        <dgm:presLayoutVars>
          <dgm:bulletEnabled val="1"/>
        </dgm:presLayoutVars>
      </dgm:prSet>
      <dgm:spPr/>
    </dgm:pt>
    <dgm:pt modelId="{6DA6B6DF-5C12-40CD-AAE4-BEDED49DD127}" type="pres">
      <dgm:prSet presAssocID="{A8370C54-57BB-4D77-84F2-21B7BBCB8CD1}" presName="spNode" presStyleCnt="0"/>
      <dgm:spPr/>
    </dgm:pt>
    <dgm:pt modelId="{B309ED74-66A5-480C-86D1-D4E840F406AC}" type="pres">
      <dgm:prSet presAssocID="{3D64D77A-FD09-4D3C-876D-C0CB137E62CD}" presName="sibTrans" presStyleLbl="sibTrans1D1" presStyleIdx="15" presStyleCnt="32" custScaleX="2000000" custScaleY="2000000"/>
      <dgm:spPr/>
    </dgm:pt>
    <dgm:pt modelId="{1DFE6595-7230-483C-9D32-BFCA9CE92D85}" type="pres">
      <dgm:prSet presAssocID="{83672DD1-994D-4D7A-9A37-481E9664950D}" presName="node" presStyleLbl="node1" presStyleIdx="16" presStyleCnt="32" custScaleX="126252" custScaleY="110804">
        <dgm:presLayoutVars>
          <dgm:bulletEnabled val="1"/>
        </dgm:presLayoutVars>
      </dgm:prSet>
      <dgm:spPr/>
    </dgm:pt>
    <dgm:pt modelId="{951B332A-C98B-433A-BC90-670312A65140}" type="pres">
      <dgm:prSet presAssocID="{83672DD1-994D-4D7A-9A37-481E9664950D}" presName="spNode" presStyleCnt="0"/>
      <dgm:spPr/>
    </dgm:pt>
    <dgm:pt modelId="{F136BB06-5C60-4B50-98D8-C6FCDB3F7F8E}" type="pres">
      <dgm:prSet presAssocID="{B40BDC04-4CE6-4D7E-9F97-0E08939E39C6}" presName="sibTrans" presStyleLbl="sibTrans1D1" presStyleIdx="16" presStyleCnt="32" custScaleX="2000000" custScaleY="2000000"/>
      <dgm:spPr/>
    </dgm:pt>
    <dgm:pt modelId="{2CC1B40C-A928-4D28-85BB-5E0283FC2F77}" type="pres">
      <dgm:prSet presAssocID="{FB04C0DC-EAE0-413B-AB0C-0534D7083871}" presName="node" presStyleLbl="node1" presStyleIdx="17" presStyleCnt="32" custScaleX="126252" custScaleY="110804">
        <dgm:presLayoutVars>
          <dgm:bulletEnabled val="1"/>
        </dgm:presLayoutVars>
      </dgm:prSet>
      <dgm:spPr/>
    </dgm:pt>
    <dgm:pt modelId="{7EF4F930-8B6A-4ECB-AEE6-E6BBCDEDB007}" type="pres">
      <dgm:prSet presAssocID="{FB04C0DC-EAE0-413B-AB0C-0534D7083871}" presName="spNode" presStyleCnt="0"/>
      <dgm:spPr/>
    </dgm:pt>
    <dgm:pt modelId="{68E8B125-993D-469E-AA0B-682C870C8CE0}" type="pres">
      <dgm:prSet presAssocID="{5F59E52A-EEFC-4001-A3E3-1E6D1568133C}" presName="sibTrans" presStyleLbl="sibTrans1D1" presStyleIdx="17" presStyleCnt="32" custScaleX="2000000" custScaleY="2000000"/>
      <dgm:spPr/>
    </dgm:pt>
    <dgm:pt modelId="{FADD2792-6893-42FB-A020-33C72A283A6C}" type="pres">
      <dgm:prSet presAssocID="{BAB1302C-DD81-4AE2-A8FB-5C6A8E8133E8}" presName="node" presStyleLbl="node1" presStyleIdx="18" presStyleCnt="32" custScaleX="126252" custScaleY="110804">
        <dgm:presLayoutVars>
          <dgm:bulletEnabled val="1"/>
        </dgm:presLayoutVars>
      </dgm:prSet>
      <dgm:spPr/>
    </dgm:pt>
    <dgm:pt modelId="{3347F71B-899A-499F-BE60-DD768007AE3D}" type="pres">
      <dgm:prSet presAssocID="{BAB1302C-DD81-4AE2-A8FB-5C6A8E8133E8}" presName="spNode" presStyleCnt="0"/>
      <dgm:spPr/>
    </dgm:pt>
    <dgm:pt modelId="{B9DC5B5E-81C6-4A00-AD4E-BE0007B91F2F}" type="pres">
      <dgm:prSet presAssocID="{E18762FF-2354-4F30-90ED-6FBC8FFF9078}" presName="sibTrans" presStyleLbl="sibTrans1D1" presStyleIdx="18" presStyleCnt="32" custScaleX="2000000" custScaleY="2000000"/>
      <dgm:spPr/>
    </dgm:pt>
    <dgm:pt modelId="{FD352E1F-0C68-49D5-B0E2-54376D4F934A}" type="pres">
      <dgm:prSet presAssocID="{A69216B9-B887-4EAA-9118-9814BCE4A626}" presName="node" presStyleLbl="node1" presStyleIdx="19" presStyleCnt="32" custScaleX="126252" custScaleY="110804">
        <dgm:presLayoutVars>
          <dgm:bulletEnabled val="1"/>
        </dgm:presLayoutVars>
      </dgm:prSet>
      <dgm:spPr/>
    </dgm:pt>
    <dgm:pt modelId="{0BC5354E-3415-46FB-ADB3-32C666B3BC89}" type="pres">
      <dgm:prSet presAssocID="{A69216B9-B887-4EAA-9118-9814BCE4A626}" presName="spNode" presStyleCnt="0"/>
      <dgm:spPr/>
    </dgm:pt>
    <dgm:pt modelId="{F4BCE455-286B-4204-B5F1-B8A634EE86AA}" type="pres">
      <dgm:prSet presAssocID="{EC947020-A574-4203-9CD7-6728E8A1F218}" presName="sibTrans" presStyleLbl="sibTrans1D1" presStyleIdx="19" presStyleCnt="32" custScaleX="2000000" custScaleY="2000000"/>
      <dgm:spPr/>
    </dgm:pt>
    <dgm:pt modelId="{C78ECE81-A2B2-47AC-8CB7-A602A09D7084}" type="pres">
      <dgm:prSet presAssocID="{76B5D27C-739F-4BE1-BB49-1559BF61D55D}" presName="node" presStyleLbl="node1" presStyleIdx="20" presStyleCnt="32" custScaleX="126252" custScaleY="110804">
        <dgm:presLayoutVars>
          <dgm:bulletEnabled val="1"/>
        </dgm:presLayoutVars>
      </dgm:prSet>
      <dgm:spPr/>
    </dgm:pt>
    <dgm:pt modelId="{7D56EB1A-D3E6-4B49-8BAB-D14453A9BB73}" type="pres">
      <dgm:prSet presAssocID="{76B5D27C-739F-4BE1-BB49-1559BF61D55D}" presName="spNode" presStyleCnt="0"/>
      <dgm:spPr/>
    </dgm:pt>
    <dgm:pt modelId="{E5C3F0BA-DB69-495D-9DEA-D13C90EA3630}" type="pres">
      <dgm:prSet presAssocID="{C55123D5-8763-48CB-8093-D52598355663}" presName="sibTrans" presStyleLbl="sibTrans1D1" presStyleIdx="20" presStyleCnt="32" custScaleX="2000000" custScaleY="2000000"/>
      <dgm:spPr/>
    </dgm:pt>
    <dgm:pt modelId="{43DDAB27-C0DF-44FA-802A-67BF1D0F81B4}" type="pres">
      <dgm:prSet presAssocID="{35385F59-FD3A-4E0E-806D-0D171FD73B60}" presName="node" presStyleLbl="node1" presStyleIdx="21" presStyleCnt="32" custScaleX="126252" custScaleY="110804">
        <dgm:presLayoutVars>
          <dgm:bulletEnabled val="1"/>
        </dgm:presLayoutVars>
      </dgm:prSet>
      <dgm:spPr/>
    </dgm:pt>
    <dgm:pt modelId="{8C07BEE8-98F3-4383-8C3D-272C0DCA3135}" type="pres">
      <dgm:prSet presAssocID="{35385F59-FD3A-4E0E-806D-0D171FD73B60}" presName="spNode" presStyleCnt="0"/>
      <dgm:spPr/>
    </dgm:pt>
    <dgm:pt modelId="{4564EECB-4F9B-4DE6-A4A8-79CB80D711FC}" type="pres">
      <dgm:prSet presAssocID="{6D67EEEA-04ED-4D88-A526-8907150BA8B9}" presName="sibTrans" presStyleLbl="sibTrans1D1" presStyleIdx="21" presStyleCnt="32" custScaleX="2000000" custScaleY="2000000"/>
      <dgm:spPr/>
    </dgm:pt>
    <dgm:pt modelId="{E7B2F824-C131-4F6E-BF3B-11B8D84C3259}" type="pres">
      <dgm:prSet presAssocID="{4386FCAA-717C-484A-8040-46E0C7874DC0}" presName="node" presStyleLbl="node1" presStyleIdx="22" presStyleCnt="32" custScaleX="126252" custScaleY="110804">
        <dgm:presLayoutVars>
          <dgm:bulletEnabled val="1"/>
        </dgm:presLayoutVars>
      </dgm:prSet>
      <dgm:spPr/>
    </dgm:pt>
    <dgm:pt modelId="{14E160C9-3944-49D9-A382-EDFD6F07F2AF}" type="pres">
      <dgm:prSet presAssocID="{4386FCAA-717C-484A-8040-46E0C7874DC0}" presName="spNode" presStyleCnt="0"/>
      <dgm:spPr/>
    </dgm:pt>
    <dgm:pt modelId="{F221C969-D840-4207-AD08-C8DF473E761E}" type="pres">
      <dgm:prSet presAssocID="{1D060F47-F191-4433-AAC1-B798E8CB1418}" presName="sibTrans" presStyleLbl="sibTrans1D1" presStyleIdx="22" presStyleCnt="32" custScaleX="2000000" custScaleY="2000000"/>
      <dgm:spPr/>
    </dgm:pt>
    <dgm:pt modelId="{CFCF3D4C-32A1-4968-B438-404BD7D6114A}" type="pres">
      <dgm:prSet presAssocID="{BB217A16-9AF2-4D4B-B615-1E19EDAD0C53}" presName="node" presStyleLbl="node1" presStyleIdx="23" presStyleCnt="32" custScaleX="126252" custScaleY="110804">
        <dgm:presLayoutVars>
          <dgm:bulletEnabled val="1"/>
        </dgm:presLayoutVars>
      </dgm:prSet>
      <dgm:spPr/>
    </dgm:pt>
    <dgm:pt modelId="{A331A5A7-B87C-4299-8B1F-207925CD4C27}" type="pres">
      <dgm:prSet presAssocID="{BB217A16-9AF2-4D4B-B615-1E19EDAD0C53}" presName="spNode" presStyleCnt="0"/>
      <dgm:spPr/>
    </dgm:pt>
    <dgm:pt modelId="{21A7A6A5-C6D1-4211-8A8E-22C0ECD96F49}" type="pres">
      <dgm:prSet presAssocID="{C0983ED0-8E1A-4C36-9B3F-D751B585C5F1}" presName="sibTrans" presStyleLbl="sibTrans1D1" presStyleIdx="23" presStyleCnt="32" custScaleX="2000000" custScaleY="2000000"/>
      <dgm:spPr/>
    </dgm:pt>
    <dgm:pt modelId="{991A4C05-42A7-4815-BBC2-046FF52DA966}" type="pres">
      <dgm:prSet presAssocID="{79F5EE38-222D-4BAC-ABC2-B06CAE63135B}" presName="node" presStyleLbl="node1" presStyleIdx="24" presStyleCnt="32" custScaleX="126252" custScaleY="110804">
        <dgm:presLayoutVars>
          <dgm:bulletEnabled val="1"/>
        </dgm:presLayoutVars>
      </dgm:prSet>
      <dgm:spPr/>
    </dgm:pt>
    <dgm:pt modelId="{9AD292EF-B75E-4B66-9CEA-DD3FDDF0A21E}" type="pres">
      <dgm:prSet presAssocID="{79F5EE38-222D-4BAC-ABC2-B06CAE63135B}" presName="spNode" presStyleCnt="0"/>
      <dgm:spPr/>
    </dgm:pt>
    <dgm:pt modelId="{F56FC7F1-C52A-48DE-AD95-4D744553B23F}" type="pres">
      <dgm:prSet presAssocID="{6C9FBB1A-9ABC-41ED-8500-19720D0A6187}" presName="sibTrans" presStyleLbl="sibTrans1D1" presStyleIdx="24" presStyleCnt="32" custScaleX="2000000" custScaleY="2000000"/>
      <dgm:spPr/>
    </dgm:pt>
    <dgm:pt modelId="{9FC84676-4902-4A78-9386-9F053440A259}" type="pres">
      <dgm:prSet presAssocID="{49E309A8-4ACE-4E24-9468-1B63E3F6A1C8}" presName="node" presStyleLbl="node1" presStyleIdx="25" presStyleCnt="32" custScaleX="126252" custScaleY="110804">
        <dgm:presLayoutVars>
          <dgm:bulletEnabled val="1"/>
        </dgm:presLayoutVars>
      </dgm:prSet>
      <dgm:spPr/>
    </dgm:pt>
    <dgm:pt modelId="{5ADB1E6E-FCB9-4EA8-A0AA-8C3DCE7A8970}" type="pres">
      <dgm:prSet presAssocID="{49E309A8-4ACE-4E24-9468-1B63E3F6A1C8}" presName="spNode" presStyleCnt="0"/>
      <dgm:spPr/>
    </dgm:pt>
    <dgm:pt modelId="{D6FF76DD-C30F-4EB0-8FCF-74271CBF245A}" type="pres">
      <dgm:prSet presAssocID="{7115A82F-A0CA-47E6-9A40-2F50E0CCCA35}" presName="sibTrans" presStyleLbl="sibTrans1D1" presStyleIdx="25" presStyleCnt="32" custScaleX="2000000" custScaleY="2000000"/>
      <dgm:spPr/>
    </dgm:pt>
    <dgm:pt modelId="{BB6CD61F-322C-4EEA-85CC-48F3CC9DA29B}" type="pres">
      <dgm:prSet presAssocID="{D02FAA77-956C-45D2-8464-ED2559956DD2}" presName="node" presStyleLbl="node1" presStyleIdx="26" presStyleCnt="32" custScaleX="126252" custScaleY="110804">
        <dgm:presLayoutVars>
          <dgm:bulletEnabled val="1"/>
        </dgm:presLayoutVars>
      </dgm:prSet>
      <dgm:spPr/>
    </dgm:pt>
    <dgm:pt modelId="{97AD30FD-571A-4F8C-8E69-85180761E85D}" type="pres">
      <dgm:prSet presAssocID="{D02FAA77-956C-45D2-8464-ED2559956DD2}" presName="spNode" presStyleCnt="0"/>
      <dgm:spPr/>
    </dgm:pt>
    <dgm:pt modelId="{F9A0D072-B17C-43D0-9A88-104CAF700717}" type="pres">
      <dgm:prSet presAssocID="{AC94AC6E-FC58-470F-95C8-F928ABB93594}" presName="sibTrans" presStyleLbl="sibTrans1D1" presStyleIdx="26" presStyleCnt="32" custScaleX="2000000" custScaleY="2000000"/>
      <dgm:spPr/>
    </dgm:pt>
    <dgm:pt modelId="{98BE2733-5EA3-4FB9-B572-1CE18B1FAD50}" type="pres">
      <dgm:prSet presAssocID="{BA2EC476-731E-4903-8F01-CC5FC637BFFF}" presName="node" presStyleLbl="node1" presStyleIdx="27" presStyleCnt="32" custScaleX="126252" custScaleY="110804">
        <dgm:presLayoutVars>
          <dgm:bulletEnabled val="1"/>
        </dgm:presLayoutVars>
      </dgm:prSet>
      <dgm:spPr/>
    </dgm:pt>
    <dgm:pt modelId="{251E8F09-86AE-4903-9E8B-058B849FCB04}" type="pres">
      <dgm:prSet presAssocID="{BA2EC476-731E-4903-8F01-CC5FC637BFFF}" presName="spNode" presStyleCnt="0"/>
      <dgm:spPr/>
    </dgm:pt>
    <dgm:pt modelId="{7F89DABF-7369-48F0-8963-A2942746E850}" type="pres">
      <dgm:prSet presAssocID="{C81C93CF-4ABC-443A-B46F-7B67B7A103B0}" presName="sibTrans" presStyleLbl="sibTrans1D1" presStyleIdx="27" presStyleCnt="32" custScaleX="2000000" custScaleY="2000000"/>
      <dgm:spPr/>
    </dgm:pt>
    <dgm:pt modelId="{CD308359-DDF9-4556-B21D-E2264F4EE573}" type="pres">
      <dgm:prSet presAssocID="{48A59AEC-96FC-49B4-88EA-A3EB39384894}" presName="node" presStyleLbl="node1" presStyleIdx="28" presStyleCnt="32" custScaleX="126252" custScaleY="110804">
        <dgm:presLayoutVars>
          <dgm:bulletEnabled val="1"/>
        </dgm:presLayoutVars>
      </dgm:prSet>
      <dgm:spPr/>
    </dgm:pt>
    <dgm:pt modelId="{F968E9D9-3C8D-4C82-BD13-F54DE66BCE27}" type="pres">
      <dgm:prSet presAssocID="{48A59AEC-96FC-49B4-88EA-A3EB39384894}" presName="spNode" presStyleCnt="0"/>
      <dgm:spPr/>
    </dgm:pt>
    <dgm:pt modelId="{81F2DA4D-EFC8-4AA8-9C5F-683BBAC275F5}" type="pres">
      <dgm:prSet presAssocID="{B7A4C8FA-340E-486F-81D8-FF544AB43A4E}" presName="sibTrans" presStyleLbl="sibTrans1D1" presStyleIdx="28" presStyleCnt="32" custScaleX="2000000" custScaleY="2000000"/>
      <dgm:spPr/>
    </dgm:pt>
    <dgm:pt modelId="{9AC4915E-252C-49E2-84A8-90A6E8385642}" type="pres">
      <dgm:prSet presAssocID="{0C32458D-E832-48BB-9259-B17D8D2F155B}" presName="node" presStyleLbl="node1" presStyleIdx="29" presStyleCnt="32" custScaleX="126252" custScaleY="110804">
        <dgm:presLayoutVars>
          <dgm:bulletEnabled val="1"/>
        </dgm:presLayoutVars>
      </dgm:prSet>
      <dgm:spPr/>
    </dgm:pt>
    <dgm:pt modelId="{90DC71D3-7FED-47C0-AFD0-4EAC0EA8659A}" type="pres">
      <dgm:prSet presAssocID="{0C32458D-E832-48BB-9259-B17D8D2F155B}" presName="spNode" presStyleCnt="0"/>
      <dgm:spPr/>
    </dgm:pt>
    <dgm:pt modelId="{10B85967-A5CA-441C-B74B-8FD7919CBCCC}" type="pres">
      <dgm:prSet presAssocID="{DF88F8CF-9279-4F9F-A099-1B4E96148323}" presName="sibTrans" presStyleLbl="sibTrans1D1" presStyleIdx="29" presStyleCnt="32" custScaleX="2000000" custScaleY="2000000"/>
      <dgm:spPr/>
    </dgm:pt>
    <dgm:pt modelId="{F724F2BE-3492-48DF-BEB0-18E86EC3383D}" type="pres">
      <dgm:prSet presAssocID="{553BEC81-A978-430C-80DA-1DF185989AAF}" presName="node" presStyleLbl="node1" presStyleIdx="30" presStyleCnt="32" custScaleX="126252" custScaleY="110804">
        <dgm:presLayoutVars>
          <dgm:bulletEnabled val="1"/>
        </dgm:presLayoutVars>
      </dgm:prSet>
      <dgm:spPr/>
    </dgm:pt>
    <dgm:pt modelId="{1E3A32DE-60CE-418E-8DBF-72B8A707C45D}" type="pres">
      <dgm:prSet presAssocID="{553BEC81-A978-430C-80DA-1DF185989AAF}" presName="spNode" presStyleCnt="0"/>
      <dgm:spPr/>
    </dgm:pt>
    <dgm:pt modelId="{D385CF75-2DC0-41B5-94A8-CB366CF3094B}" type="pres">
      <dgm:prSet presAssocID="{E48A52DD-C72D-4935-A10C-8179C47FCC6E}" presName="sibTrans" presStyleLbl="sibTrans1D1" presStyleIdx="30" presStyleCnt="32" custScaleX="2000000" custScaleY="2000000"/>
      <dgm:spPr/>
    </dgm:pt>
    <dgm:pt modelId="{503B42BA-B449-428B-A7CE-2DFEE7DEF4F0}" type="pres">
      <dgm:prSet presAssocID="{E4888B1B-2BE2-4790-B9ED-71F3187B9F21}" presName="node" presStyleLbl="node1" presStyleIdx="31" presStyleCnt="32" custScaleX="126252" custScaleY="110804">
        <dgm:presLayoutVars>
          <dgm:bulletEnabled val="1"/>
        </dgm:presLayoutVars>
      </dgm:prSet>
      <dgm:spPr/>
    </dgm:pt>
    <dgm:pt modelId="{3E256912-B98B-4477-9DD1-348D614FCC59}" type="pres">
      <dgm:prSet presAssocID="{E4888B1B-2BE2-4790-B9ED-71F3187B9F21}" presName="spNode" presStyleCnt="0"/>
      <dgm:spPr/>
    </dgm:pt>
    <dgm:pt modelId="{5CFB3FD2-2DF6-4205-823E-F0FEC3D98719}" type="pres">
      <dgm:prSet presAssocID="{E1A72A0C-6E1A-4616-AA17-2E6AC02A1850}" presName="sibTrans" presStyleLbl="sibTrans1D1" presStyleIdx="31" presStyleCnt="32" custScaleX="2000000" custScaleY="2000000"/>
      <dgm:spPr/>
    </dgm:pt>
  </dgm:ptLst>
  <dgm:cxnLst>
    <dgm:cxn modelId="{0B4ECD0A-BE7F-46F0-9F93-AB82BB4736EF}" srcId="{B3F6A2BA-40B6-4187-AFF8-F8F9AF80E7F9}" destId="{BAB1302C-DD81-4AE2-A8FB-5C6A8E8133E8}" srcOrd="18" destOrd="0" parTransId="{B37CBE12-A1DC-48AE-9D35-BC5397163DD3}" sibTransId="{E18762FF-2354-4F30-90ED-6FBC8FFF9078}"/>
    <dgm:cxn modelId="{93D0D40A-1CA1-4123-BF5B-BC06AE8CCDE8}" type="presOf" srcId="{7115A82F-A0CA-47E6-9A40-2F50E0CCCA35}" destId="{D6FF76DD-C30F-4EB0-8FCF-74271CBF245A}" srcOrd="0" destOrd="0" presId="urn:microsoft.com/office/officeart/2005/8/layout/cycle6"/>
    <dgm:cxn modelId="{ABB0520E-F6F3-4C32-94C0-A7785AA9C40D}" type="presOf" srcId="{BB217A16-9AF2-4D4B-B615-1E19EDAD0C53}" destId="{CFCF3D4C-32A1-4968-B438-404BD7D6114A}" srcOrd="0" destOrd="0" presId="urn:microsoft.com/office/officeart/2005/8/layout/cycle6"/>
    <dgm:cxn modelId="{1930D50E-D92E-4107-B01A-44265EC00184}" srcId="{B3F6A2BA-40B6-4187-AFF8-F8F9AF80E7F9}" destId="{76B5D27C-739F-4BE1-BB49-1559BF61D55D}" srcOrd="20" destOrd="0" parTransId="{2119873A-C3A9-416C-A97E-7FBD1FC98807}" sibTransId="{C55123D5-8763-48CB-8093-D52598355663}"/>
    <dgm:cxn modelId="{6C05350F-B991-4F58-97D1-AE4044723B42}" srcId="{B3F6A2BA-40B6-4187-AFF8-F8F9AF80E7F9}" destId="{CB7A3099-1224-4ECB-902C-396EC7BA7968}" srcOrd="0" destOrd="0" parTransId="{46544552-34FE-49BE-BA33-CC66D1619F8A}" sibTransId="{50D7F308-47D9-4906-97CC-2D84909FC247}"/>
    <dgm:cxn modelId="{D15C8318-3116-4ABE-BAA4-F492B2CF1A59}" type="presOf" srcId="{B40BDC04-4CE6-4D7E-9F97-0E08939E39C6}" destId="{F136BB06-5C60-4B50-98D8-C6FCDB3F7F8E}" srcOrd="0" destOrd="0" presId="urn:microsoft.com/office/officeart/2005/8/layout/cycle6"/>
    <dgm:cxn modelId="{BC6E7819-0D70-47CC-9FBD-EE741DA23A10}" type="presOf" srcId="{E1A72A0C-6E1A-4616-AA17-2E6AC02A1850}" destId="{5CFB3FD2-2DF6-4205-823E-F0FEC3D98719}" srcOrd="0" destOrd="0" presId="urn:microsoft.com/office/officeart/2005/8/layout/cycle6"/>
    <dgm:cxn modelId="{A0A6FC20-DFA8-4C61-8FEE-A7BF6EAEC56C}" type="presOf" srcId="{B2DF35EF-9BDC-40A7-BFCA-A1A3E1293144}" destId="{4EBAFEA8-38A7-4839-A196-E833865FEC3E}" srcOrd="0" destOrd="0" presId="urn:microsoft.com/office/officeart/2005/8/layout/cycle6"/>
    <dgm:cxn modelId="{658FEB23-5F4E-432F-BBC9-2B716C44C655}" type="presOf" srcId="{5F59E52A-EEFC-4001-A3E3-1E6D1568133C}" destId="{68E8B125-993D-469E-AA0B-682C870C8CE0}" srcOrd="0" destOrd="0" presId="urn:microsoft.com/office/officeart/2005/8/layout/cycle6"/>
    <dgm:cxn modelId="{73D7E924-F59E-4E18-8BCD-C34E258D4F0A}" type="presOf" srcId="{3D64D77A-FD09-4D3C-876D-C0CB137E62CD}" destId="{B309ED74-66A5-480C-86D1-D4E840F406AC}" srcOrd="0" destOrd="0" presId="urn:microsoft.com/office/officeart/2005/8/layout/cycle6"/>
    <dgm:cxn modelId="{0ED10D25-2B43-4953-84C0-C0E9E9235DCD}" srcId="{B3F6A2BA-40B6-4187-AFF8-F8F9AF80E7F9}" destId="{EA111F39-A024-4AB2-977C-8988D99FEE4B}" srcOrd="4" destOrd="0" parTransId="{677D4B4F-F54C-408A-B8A9-FB080E0A8B92}" sibTransId="{AA774F68-286C-419B-8B7D-02F83155FDF4}"/>
    <dgm:cxn modelId="{113FEC27-FD5E-4E86-AACC-A29A50B5F019}" type="presOf" srcId="{1D060F47-F191-4433-AAC1-B798E8CB1418}" destId="{F221C969-D840-4207-AD08-C8DF473E761E}" srcOrd="0" destOrd="0" presId="urn:microsoft.com/office/officeart/2005/8/layout/cycle6"/>
    <dgm:cxn modelId="{DDAE6729-4ABF-4BA0-9066-ABCD3045B768}" srcId="{B3F6A2BA-40B6-4187-AFF8-F8F9AF80E7F9}" destId="{BA2EC476-731E-4903-8F01-CC5FC637BFFF}" srcOrd="27" destOrd="0" parTransId="{1E93F294-9191-4F3C-8C73-307BDA462CD8}" sibTransId="{C81C93CF-4ABC-443A-B46F-7B67B7A103B0}"/>
    <dgm:cxn modelId="{5C8E1B2E-2888-4772-8BDF-158EAFF4E3FC}" type="presOf" srcId="{CF291975-5B89-42C1-A954-78B0363C5805}" destId="{B79BDE4E-122F-4949-877A-51460124312E}" srcOrd="0" destOrd="0" presId="urn:microsoft.com/office/officeart/2005/8/layout/cycle6"/>
    <dgm:cxn modelId="{D10E762E-EDD2-4013-BE44-E99AE922B943}" type="presOf" srcId="{B84CDA86-2342-4CD5-A2D0-3EE2D6B77400}" destId="{D0E1629B-81D1-410E-AE41-A68200AAD38A}" srcOrd="0" destOrd="0" presId="urn:microsoft.com/office/officeart/2005/8/layout/cycle6"/>
    <dgm:cxn modelId="{F90BA62E-E794-48A5-8857-5262442DCA4D}" srcId="{B3F6A2BA-40B6-4187-AFF8-F8F9AF80E7F9}" destId="{A8370C54-57BB-4D77-84F2-21B7BBCB8CD1}" srcOrd="15" destOrd="0" parTransId="{2A095022-B111-4BF4-8A3A-F583A99A0136}" sibTransId="{3D64D77A-FD09-4D3C-876D-C0CB137E62CD}"/>
    <dgm:cxn modelId="{9FCACA30-427F-43D5-9BCF-BD6BA6292B83}" type="presOf" srcId="{EA111F39-A024-4AB2-977C-8988D99FEE4B}" destId="{E213AD56-109D-4571-A0B0-1181C7025370}" srcOrd="0" destOrd="0" presId="urn:microsoft.com/office/officeart/2005/8/layout/cycle6"/>
    <dgm:cxn modelId="{A2BC7A31-99B2-4465-9AC0-78ED7C31CF4A}" type="presOf" srcId="{9281F980-DBAB-4458-BA3E-080893361045}" destId="{27377A35-5C63-4153-A1CA-D07A81FEBED6}" srcOrd="0" destOrd="0" presId="urn:microsoft.com/office/officeart/2005/8/layout/cycle6"/>
    <dgm:cxn modelId="{2B7D1134-97B3-4D8E-A515-46ABFED8D817}" type="presOf" srcId="{79F5EE38-222D-4BAC-ABC2-B06CAE63135B}" destId="{991A4C05-42A7-4815-BBC2-046FF52DA966}" srcOrd="0" destOrd="0" presId="urn:microsoft.com/office/officeart/2005/8/layout/cycle6"/>
    <dgm:cxn modelId="{0527863C-78F7-4C94-9879-26216DB7A129}" type="presOf" srcId="{76B5D27C-739F-4BE1-BB49-1559BF61D55D}" destId="{C78ECE81-A2B2-47AC-8CB7-A602A09D7084}" srcOrd="0" destOrd="0" presId="urn:microsoft.com/office/officeart/2005/8/layout/cycle6"/>
    <dgm:cxn modelId="{EB2F873D-A583-4581-AB47-B895CF47A4C1}" type="presOf" srcId="{BA2EC476-731E-4903-8F01-CC5FC637BFFF}" destId="{98BE2733-5EA3-4FB9-B572-1CE18B1FAD50}" srcOrd="0" destOrd="0" presId="urn:microsoft.com/office/officeart/2005/8/layout/cycle6"/>
    <dgm:cxn modelId="{DA1AD43E-B143-4E52-9AFF-36D3B93A27D2}" type="presOf" srcId="{49E309A8-4ACE-4E24-9468-1B63E3F6A1C8}" destId="{9FC84676-4902-4A78-9386-9F053440A259}" srcOrd="0" destOrd="0" presId="urn:microsoft.com/office/officeart/2005/8/layout/cycle6"/>
    <dgm:cxn modelId="{6087B25C-092A-45D7-A740-4F7DBA3E34E9}" type="presOf" srcId="{868767A5-C3E4-4645-9C8D-69D5627043D3}" destId="{FCDBC8B2-A072-489D-B135-4F76C90ABB73}" srcOrd="0" destOrd="0" presId="urn:microsoft.com/office/officeart/2005/8/layout/cycle6"/>
    <dgm:cxn modelId="{9466015D-F816-44E8-BA2C-860085E32EFD}" type="presOf" srcId="{5625A0BA-3784-45B6-97EC-2096A47B399F}" destId="{BC51FB21-3AAD-464F-AB4E-68130F6D9956}" srcOrd="0" destOrd="0" presId="urn:microsoft.com/office/officeart/2005/8/layout/cycle6"/>
    <dgm:cxn modelId="{B08FDD60-B502-40CE-B3E0-F667723172F4}" type="presOf" srcId="{B3F6A2BA-40B6-4187-AFF8-F8F9AF80E7F9}" destId="{EFAE7302-6632-4D60-A96D-23F394241DE4}" srcOrd="0" destOrd="0" presId="urn:microsoft.com/office/officeart/2005/8/layout/cycle6"/>
    <dgm:cxn modelId="{85B2E441-0411-40CA-A099-7E0FAEC2A880}" type="presOf" srcId="{C682A7C4-7A1C-44E3-9B83-DF842E56DA03}" destId="{9A5BE75C-4E4D-435D-8920-9E32832F465D}" srcOrd="0" destOrd="0" presId="urn:microsoft.com/office/officeart/2005/8/layout/cycle6"/>
    <dgm:cxn modelId="{1A810163-8E99-4251-B957-1EDBBFA8E536}" type="presOf" srcId="{50D7F308-47D9-4906-97CC-2D84909FC247}" destId="{990317AE-40E7-4E24-A709-5C1E3D7DF428}" srcOrd="0" destOrd="0" presId="urn:microsoft.com/office/officeart/2005/8/layout/cycle6"/>
    <dgm:cxn modelId="{38B21C43-2C3E-4C30-A567-A8A58C91A93C}" type="presOf" srcId="{BB5988A9-792F-4F35-BF7A-F0D97FB3530B}" destId="{C1FBA839-DD16-4EA3-AA23-4F09E108C25C}" srcOrd="0" destOrd="0" presId="urn:microsoft.com/office/officeart/2005/8/layout/cycle6"/>
    <dgm:cxn modelId="{09257863-E9EB-4BF2-9A04-C610C2324156}" type="presOf" srcId="{6D67EEEA-04ED-4D88-A526-8907150BA8B9}" destId="{4564EECB-4F9B-4DE6-A4A8-79CB80D711FC}" srcOrd="0" destOrd="0" presId="urn:microsoft.com/office/officeart/2005/8/layout/cycle6"/>
    <dgm:cxn modelId="{7899B943-5DE0-4AF9-8E23-2BCDA3479510}" type="presOf" srcId="{0F1EED64-1422-4916-86A1-6EC539D1088A}" destId="{47D8252C-7210-4124-986D-C5A27EC7BB38}" srcOrd="0" destOrd="0" presId="urn:microsoft.com/office/officeart/2005/8/layout/cycle6"/>
    <dgm:cxn modelId="{E4A6BC44-AE44-4BA5-B6D3-1BCE6AE0F149}" srcId="{B3F6A2BA-40B6-4187-AFF8-F8F9AF80E7F9}" destId="{48A59AEC-96FC-49B4-88EA-A3EB39384894}" srcOrd="28" destOrd="0" parTransId="{C44A88B5-B9C3-46DA-9DED-FD4A07327DFA}" sibTransId="{B7A4C8FA-340E-486F-81D8-FF544AB43A4E}"/>
    <dgm:cxn modelId="{361C1845-B91F-4C24-B652-323E1165FD8F}" srcId="{B3F6A2BA-40B6-4187-AFF8-F8F9AF80E7F9}" destId="{E4888B1B-2BE2-4790-B9ED-71F3187B9F21}" srcOrd="31" destOrd="0" parTransId="{73C1ADEF-47C9-4674-A811-66907754D373}" sibTransId="{E1A72A0C-6E1A-4616-AA17-2E6AC02A1850}"/>
    <dgm:cxn modelId="{9546C045-C4C2-4C71-84A9-8821CE74D4A7}" srcId="{B3F6A2BA-40B6-4187-AFF8-F8F9AF80E7F9}" destId="{5625A0BA-3784-45B6-97EC-2096A47B399F}" srcOrd="6" destOrd="0" parTransId="{51144210-2446-443F-A25F-970665996710}" sibTransId="{A6D5980C-35E2-4AB0-8246-6AAB28C06B23}"/>
    <dgm:cxn modelId="{FFE42947-964D-46C2-A57A-896722386BDA}" type="presOf" srcId="{0C32458D-E832-48BB-9259-B17D8D2F155B}" destId="{9AC4915E-252C-49E2-84A8-90A6E8385642}" srcOrd="0" destOrd="0" presId="urn:microsoft.com/office/officeart/2005/8/layout/cycle6"/>
    <dgm:cxn modelId="{264E4348-311C-441E-A102-4E103976B0B7}" type="presOf" srcId="{FB04C0DC-EAE0-413B-AB0C-0534D7083871}" destId="{2CC1B40C-A928-4D28-85BB-5E0283FC2F77}" srcOrd="0" destOrd="0" presId="urn:microsoft.com/office/officeart/2005/8/layout/cycle6"/>
    <dgm:cxn modelId="{29B39968-C582-4718-8923-2657B7FEEAB8}" type="presOf" srcId="{A6D5980C-35E2-4AB0-8246-6AAB28C06B23}" destId="{36A25B59-0286-4766-AF4A-4AD99255FB9A}" srcOrd="0" destOrd="0" presId="urn:microsoft.com/office/officeart/2005/8/layout/cycle6"/>
    <dgm:cxn modelId="{A8717369-5DD7-4FC7-8DA8-D37B79527841}" srcId="{B3F6A2BA-40B6-4187-AFF8-F8F9AF80E7F9}" destId="{B84CDA86-2342-4CD5-A2D0-3EE2D6B77400}" srcOrd="5" destOrd="0" parTransId="{6D543B5E-EEF0-418E-B140-9726487CF57E}" sibTransId="{29F8A4A0-082D-4991-B443-0A8AFA42422B}"/>
    <dgm:cxn modelId="{1026074B-CC37-4BE4-828F-B18EFD1D274C}" srcId="{B3F6A2BA-40B6-4187-AFF8-F8F9AF80E7F9}" destId="{FB04C0DC-EAE0-413B-AB0C-0534D7083871}" srcOrd="17" destOrd="0" parTransId="{3EEDB1CF-A50E-4C9A-8150-B0451961C9D5}" sibTransId="{5F59E52A-EEFC-4001-A3E3-1E6D1568133C}"/>
    <dgm:cxn modelId="{8E84BE6B-EE25-4816-8CDB-4AF1CDA21B4B}" type="presOf" srcId="{3515389E-A2D9-4A91-A416-D06FB2BCF4D7}" destId="{A95F9BD2-8E6C-4D20-A2D9-24C989631FAC}" srcOrd="0" destOrd="0" presId="urn:microsoft.com/office/officeart/2005/8/layout/cycle6"/>
    <dgm:cxn modelId="{F506E86B-8150-47A3-B191-82DF382E8CD4}" srcId="{B3F6A2BA-40B6-4187-AFF8-F8F9AF80E7F9}" destId="{0F1EED64-1422-4916-86A1-6EC539D1088A}" srcOrd="3" destOrd="0" parTransId="{A31802B4-E52B-4F45-9C81-62E72A979B4E}" sibTransId="{C682A7C4-7A1C-44E3-9B83-DF842E56DA03}"/>
    <dgm:cxn modelId="{2F4A394C-D489-4F41-B91C-5A0AF0CFD5E5}" type="presOf" srcId="{122F0F2A-9D73-4F96-9BEF-3D5D0F3739CC}" destId="{76F78CE6-90C8-4B35-9F7E-1F5EB9B22151}" srcOrd="0" destOrd="0" presId="urn:microsoft.com/office/officeart/2005/8/layout/cycle6"/>
    <dgm:cxn modelId="{41CA664C-5DA6-4945-ADC0-65E5E5ACF1B5}" type="presOf" srcId="{E4888B1B-2BE2-4790-B9ED-71F3187B9F21}" destId="{503B42BA-B449-428B-A7CE-2DFEE7DEF4F0}" srcOrd="0" destOrd="0" presId="urn:microsoft.com/office/officeart/2005/8/layout/cycle6"/>
    <dgm:cxn modelId="{E53E5F52-2168-4EA9-8DA0-67680E1B2C3E}" type="presOf" srcId="{910D43BF-2E12-4265-8F31-790375B138D8}" destId="{0CA37BE1-2CF9-468E-BFF7-47A995E3BB08}" srcOrd="0" destOrd="0" presId="urn:microsoft.com/office/officeart/2005/8/layout/cycle6"/>
    <dgm:cxn modelId="{9FC3C574-02ED-4232-A01F-9EB4AFF41996}" srcId="{B3F6A2BA-40B6-4187-AFF8-F8F9AF80E7F9}" destId="{35385F59-FD3A-4E0E-806D-0D171FD73B60}" srcOrd="21" destOrd="0" parTransId="{567BD894-944E-4EF2-8D98-51536C8E1C83}" sibTransId="{6D67EEEA-04ED-4D88-A526-8907150BA8B9}"/>
    <dgm:cxn modelId="{9751F274-5EE9-4DEF-9205-CAB8BEE9F26A}" srcId="{B3F6A2BA-40B6-4187-AFF8-F8F9AF80E7F9}" destId="{D02FAA77-956C-45D2-8464-ED2559956DD2}" srcOrd="26" destOrd="0" parTransId="{C79E506C-53D3-4E39-8681-67DEA5CADD14}" sibTransId="{AC94AC6E-FC58-470F-95C8-F928ABB93594}"/>
    <dgm:cxn modelId="{0E89C155-D127-476E-8ECC-277D3A611076}" type="presOf" srcId="{CB7A3099-1224-4ECB-902C-396EC7BA7968}" destId="{37F6FC54-D545-444E-B19E-55F8864057C9}" srcOrd="0" destOrd="0" presId="urn:microsoft.com/office/officeart/2005/8/layout/cycle6"/>
    <dgm:cxn modelId="{0C29EC76-D4AC-4DC4-9D40-265DA37EAA2C}" srcId="{B3F6A2BA-40B6-4187-AFF8-F8F9AF80E7F9}" destId="{79F5EE38-222D-4BAC-ABC2-B06CAE63135B}" srcOrd="24" destOrd="0" parTransId="{3ADBA506-0986-4716-88E4-2981DF0CE09F}" sibTransId="{6C9FBB1A-9ABC-41ED-8500-19720D0A6187}"/>
    <dgm:cxn modelId="{9A562077-49FE-464C-B699-A4629B5B0754}" type="presOf" srcId="{AC94AC6E-FC58-470F-95C8-F928ABB93594}" destId="{F9A0D072-B17C-43D0-9A88-104CAF700717}" srcOrd="0" destOrd="0" presId="urn:microsoft.com/office/officeart/2005/8/layout/cycle6"/>
    <dgm:cxn modelId="{56E3A157-0BD3-44A7-BD87-AD1955E0C015}" type="presOf" srcId="{A69216B9-B887-4EAA-9118-9814BCE4A626}" destId="{FD352E1F-0C68-49D5-B0E2-54376D4F934A}" srcOrd="0" destOrd="0" presId="urn:microsoft.com/office/officeart/2005/8/layout/cycle6"/>
    <dgm:cxn modelId="{07A50D78-6639-4A33-A74B-7706837DD05D}" srcId="{B3F6A2BA-40B6-4187-AFF8-F8F9AF80E7F9}" destId="{A69216B9-B887-4EAA-9118-9814BCE4A626}" srcOrd="19" destOrd="0" parTransId="{1D5DB990-5536-4125-944D-02ECBBA33DE4}" sibTransId="{EC947020-A574-4203-9CD7-6728E8A1F218}"/>
    <dgm:cxn modelId="{4CAA9158-9E6F-4470-8F47-E3C7544B33D0}" type="presOf" srcId="{6C9FBB1A-9ABC-41ED-8500-19720D0A6187}" destId="{F56FC7F1-C52A-48DE-AD95-4D744553B23F}" srcOrd="0" destOrd="0" presId="urn:microsoft.com/office/officeart/2005/8/layout/cycle6"/>
    <dgm:cxn modelId="{1C0A9179-56A6-4CE8-9C9E-E8DE873DA96B}" type="presOf" srcId="{C55123D5-8763-48CB-8093-D52598355663}" destId="{E5C3F0BA-DB69-495D-9DEA-D13C90EA3630}" srcOrd="0" destOrd="0" presId="urn:microsoft.com/office/officeart/2005/8/layout/cycle6"/>
    <dgm:cxn modelId="{89279A59-813D-4A15-B88E-D58057F3BDA6}" type="presOf" srcId="{939662E8-1580-40AE-9B6C-323E8300E63E}" destId="{75C04093-B402-44E4-A02F-D9D20B3CFE9D}" srcOrd="0" destOrd="0" presId="urn:microsoft.com/office/officeart/2005/8/layout/cycle6"/>
    <dgm:cxn modelId="{C53B7F7A-3F7C-4500-9CAA-E1066ACD9201}" srcId="{B3F6A2BA-40B6-4187-AFF8-F8F9AF80E7F9}" destId="{B2DF35EF-9BDC-40A7-BFCA-A1A3E1293144}" srcOrd="7" destOrd="0" parTransId="{2769CC40-045F-4640-A563-15B6F6571048}" sibTransId="{3515389E-A2D9-4A91-A416-D06FB2BCF4D7}"/>
    <dgm:cxn modelId="{DD58147E-6616-4A69-B82E-7D7D43A63E79}" type="presOf" srcId="{35385F59-FD3A-4E0E-806D-0D171FD73B60}" destId="{43DDAB27-C0DF-44FA-802A-67BF1D0F81B4}" srcOrd="0" destOrd="0" presId="urn:microsoft.com/office/officeart/2005/8/layout/cycle6"/>
    <dgm:cxn modelId="{D0A97983-7602-434C-9D65-A2BE996EA6E1}" type="presOf" srcId="{EE1F149E-F983-420A-AE26-0CA291A969CC}" destId="{508270A1-9056-4B9A-B0BC-2D3B1299FC58}" srcOrd="0" destOrd="0" presId="urn:microsoft.com/office/officeart/2005/8/layout/cycle6"/>
    <dgm:cxn modelId="{F4EF3E84-AA31-47F4-A603-061B361926D7}" type="presOf" srcId="{BE0F9672-9967-4BB3-945A-82902934D4C9}" destId="{BBF115A0-E49F-481D-B9B9-7781A7700C68}" srcOrd="0" destOrd="0" presId="urn:microsoft.com/office/officeart/2005/8/layout/cycle6"/>
    <dgm:cxn modelId="{92B7CF88-19DA-4C68-B48A-56C5D09BD078}" srcId="{B3F6A2BA-40B6-4187-AFF8-F8F9AF80E7F9}" destId="{05255914-D32A-40B4-8C21-212024189328}" srcOrd="1" destOrd="0" parTransId="{739FD09D-8045-4F96-B9E7-D3DCBC8AC11E}" sibTransId="{DF2D58BB-B07E-4427-B0B4-7328C7A546CF}"/>
    <dgm:cxn modelId="{162EAF89-1B0C-4BB2-9A58-2028A7A5C286}" type="presOf" srcId="{E48A52DD-C72D-4935-A10C-8179C47FCC6E}" destId="{D385CF75-2DC0-41B5-94A8-CB366CF3094B}" srcOrd="0" destOrd="0" presId="urn:microsoft.com/office/officeart/2005/8/layout/cycle6"/>
    <dgm:cxn modelId="{DA7C4A8B-8D27-447B-ADFA-0C9FFBE73639}" type="presOf" srcId="{29F8A4A0-082D-4991-B443-0A8AFA42422B}" destId="{896B2AF0-997F-4A3D-95E9-687AEE393215}" srcOrd="0" destOrd="0" presId="urn:microsoft.com/office/officeart/2005/8/layout/cycle6"/>
    <dgm:cxn modelId="{16A34594-33A6-4493-BA23-38BF5100BDF4}" srcId="{B3F6A2BA-40B6-4187-AFF8-F8F9AF80E7F9}" destId="{4386FCAA-717C-484A-8040-46E0C7874DC0}" srcOrd="22" destOrd="0" parTransId="{7B2FE6D5-2676-445F-AC55-28FB452BBC94}" sibTransId="{1D060F47-F191-4433-AAC1-B798E8CB1418}"/>
    <dgm:cxn modelId="{1A616898-F39F-4189-BA0D-A3B33DF3ECE7}" type="presOf" srcId="{8BCD7E9B-E908-4EDF-8514-EDD1DB17AEBC}" destId="{6361BE26-1613-4254-AAB5-23BC794B38F0}" srcOrd="0" destOrd="0" presId="urn:microsoft.com/office/officeart/2005/8/layout/cycle6"/>
    <dgm:cxn modelId="{00816B99-0639-4830-90F4-CC6DC7A7F027}" type="presOf" srcId="{A895021A-1FC9-40D9-9A23-C05D673066F3}" destId="{ACA3DEE4-4C37-414B-A20E-469C72FF631D}" srcOrd="0" destOrd="0" presId="urn:microsoft.com/office/officeart/2005/8/layout/cycle6"/>
    <dgm:cxn modelId="{0CA67099-0014-4E1B-AD95-69195A1F2D16}" type="presOf" srcId="{DF2D58BB-B07E-4427-B0B4-7328C7A546CF}" destId="{53232857-986B-4378-8600-83D67A96D1FC}" srcOrd="0" destOrd="0" presId="urn:microsoft.com/office/officeart/2005/8/layout/cycle6"/>
    <dgm:cxn modelId="{5ADF339D-2074-400C-9C19-1773418065BD}" type="presOf" srcId="{05255914-D32A-40B4-8C21-212024189328}" destId="{0A74DD1F-BEEA-4E1C-A32C-B77C043FA489}" srcOrd="0" destOrd="0" presId="urn:microsoft.com/office/officeart/2005/8/layout/cycle6"/>
    <dgm:cxn modelId="{687E139E-E2BA-431F-BCD6-C28ED93A1D8F}" type="presOf" srcId="{BAB1302C-DD81-4AE2-A8FB-5C6A8E8133E8}" destId="{FADD2792-6893-42FB-A020-33C72A283A6C}" srcOrd="0" destOrd="0" presId="urn:microsoft.com/office/officeart/2005/8/layout/cycle6"/>
    <dgm:cxn modelId="{1F774BA2-9135-42D7-A6A7-1C39E6459835}" srcId="{B3F6A2BA-40B6-4187-AFF8-F8F9AF80E7F9}" destId="{9281F980-DBAB-4458-BA3E-080893361045}" srcOrd="9" destOrd="0" parTransId="{FC98046A-08E0-48A4-B812-F4BADECAFB37}" sibTransId="{EE9F8E24-F686-4CD7-B40D-889B181D327C}"/>
    <dgm:cxn modelId="{1598CDA2-E2A7-48A4-B125-42896752C97B}" type="presOf" srcId="{C81C93CF-4ABC-443A-B46F-7B67B7A103B0}" destId="{7F89DABF-7369-48F0-8963-A2942746E850}" srcOrd="0" destOrd="0" presId="urn:microsoft.com/office/officeart/2005/8/layout/cycle6"/>
    <dgm:cxn modelId="{621623A6-6F29-4D71-A620-93345542F73A}" type="presOf" srcId="{C63CE439-C9A4-437A-AA24-C2B1C4D3EC13}" destId="{39826E2A-859D-4D09-B02A-05287C251E70}" srcOrd="0" destOrd="0" presId="urn:microsoft.com/office/officeart/2005/8/layout/cycle6"/>
    <dgm:cxn modelId="{A5F850A9-E96E-4C33-93BC-62E1D10A6CDB}" type="presOf" srcId="{83672DD1-994D-4D7A-9A37-481E9664950D}" destId="{1DFE6595-7230-483C-9D32-BFCA9CE92D85}" srcOrd="0" destOrd="0" presId="urn:microsoft.com/office/officeart/2005/8/layout/cycle6"/>
    <dgm:cxn modelId="{1A792AAE-2086-4C09-9299-F978E6D076E1}" srcId="{B3F6A2BA-40B6-4187-AFF8-F8F9AF80E7F9}" destId="{DB1B9677-421A-4935-8C22-9192CE87F0FF}" srcOrd="13" destOrd="0" parTransId="{C1DA78D6-0CE1-41A2-A0EE-D8D11B345670}" sibTransId="{8BCD7E9B-E908-4EDF-8514-EDD1DB17AEBC}"/>
    <dgm:cxn modelId="{9576AAAE-58F2-424F-B8E3-B337460ABDE1}" srcId="{B3F6A2BA-40B6-4187-AFF8-F8F9AF80E7F9}" destId="{939662E8-1580-40AE-9B6C-323E8300E63E}" srcOrd="14" destOrd="0" parTransId="{A9B8F123-7BAB-41C3-840A-4F646C50888F}" sibTransId="{122F0F2A-9D73-4F96-9BEF-3D5D0F3739CC}"/>
    <dgm:cxn modelId="{9C6524B1-44C8-4E0B-9B45-747E522A14D9}" type="presOf" srcId="{DB1B9677-421A-4935-8C22-9192CE87F0FF}" destId="{C10433AE-724D-434E-B55F-F8FBA5E6691B}" srcOrd="0" destOrd="0" presId="urn:microsoft.com/office/officeart/2005/8/layout/cycle6"/>
    <dgm:cxn modelId="{83ED77B3-F703-40C2-8BC4-993AB797E698}" type="presOf" srcId="{48A59AEC-96FC-49B4-88EA-A3EB39384894}" destId="{CD308359-DDF9-4556-B21D-E2264F4EE573}" srcOrd="0" destOrd="0" presId="urn:microsoft.com/office/officeart/2005/8/layout/cycle6"/>
    <dgm:cxn modelId="{C4D13FB4-0FD1-48FF-AB4B-035F479BA4E7}" srcId="{B3F6A2BA-40B6-4187-AFF8-F8F9AF80E7F9}" destId="{EE1F149E-F983-420A-AE26-0CA291A969CC}" srcOrd="11" destOrd="0" parTransId="{9B36F709-981A-4F1F-96A6-2972426A3A63}" sibTransId="{3FDD498B-C338-4F3C-9707-6A31F5EB9217}"/>
    <dgm:cxn modelId="{1E0A63B4-BD87-4CFE-AEDE-7D00EF6697AB}" type="presOf" srcId="{AA774F68-286C-419B-8B7D-02F83155FDF4}" destId="{3E6F2280-A61F-493F-991B-F51BCDF11010}" srcOrd="0" destOrd="0" presId="urn:microsoft.com/office/officeart/2005/8/layout/cycle6"/>
    <dgm:cxn modelId="{7D821FB7-7C16-41E8-A6F3-B6B4BADF559C}" type="presOf" srcId="{B7A4C8FA-340E-486F-81D8-FF544AB43A4E}" destId="{81F2DA4D-EFC8-4AA8-9C5F-683BBAC275F5}" srcOrd="0" destOrd="0" presId="urn:microsoft.com/office/officeart/2005/8/layout/cycle6"/>
    <dgm:cxn modelId="{E64686B7-AA4E-4F50-B54F-61A4E7F53AD8}" type="presOf" srcId="{EC947020-A574-4203-9CD7-6728E8A1F218}" destId="{F4BCE455-286B-4204-B5F1-B8A634EE86AA}" srcOrd="0" destOrd="0" presId="urn:microsoft.com/office/officeart/2005/8/layout/cycle6"/>
    <dgm:cxn modelId="{CA98B5B7-867D-41B4-A452-B4FC72D3A4DD}" srcId="{B3F6A2BA-40B6-4187-AFF8-F8F9AF80E7F9}" destId="{0C32458D-E832-48BB-9259-B17D8D2F155B}" srcOrd="29" destOrd="0" parTransId="{4243369C-ADCF-43E1-B70D-7FEE941604AC}" sibTransId="{DF88F8CF-9279-4F9F-A099-1B4E96148323}"/>
    <dgm:cxn modelId="{AA7D0BB9-AFB0-430A-A490-C0658006247E}" type="presOf" srcId="{C0983ED0-8E1A-4C36-9B3F-D751B585C5F1}" destId="{21A7A6A5-C6D1-4211-8A8E-22C0ECD96F49}" srcOrd="0" destOrd="0" presId="urn:microsoft.com/office/officeart/2005/8/layout/cycle6"/>
    <dgm:cxn modelId="{6EFCDCBD-DB1B-4EE4-B97D-A6FE05D6EABB}" type="presOf" srcId="{E18762FF-2354-4F30-90ED-6FBC8FFF9078}" destId="{B9DC5B5E-81C6-4A00-AD4E-BE0007B91F2F}" srcOrd="0" destOrd="0" presId="urn:microsoft.com/office/officeart/2005/8/layout/cycle6"/>
    <dgm:cxn modelId="{9B3F28C8-8E74-4BDB-8BD0-EBD06F0F49B3}" type="presOf" srcId="{D02FAA77-956C-45D2-8464-ED2559956DD2}" destId="{BB6CD61F-322C-4EEA-85CC-48F3CC9DA29B}" srcOrd="0" destOrd="0" presId="urn:microsoft.com/office/officeart/2005/8/layout/cycle6"/>
    <dgm:cxn modelId="{A86BB2CB-52EA-432B-8DC7-12A23EA76A9C}" type="presOf" srcId="{4386FCAA-717C-484A-8040-46E0C7874DC0}" destId="{E7B2F824-C131-4F6E-BF3B-11B8D84C3259}" srcOrd="0" destOrd="0" presId="urn:microsoft.com/office/officeart/2005/8/layout/cycle6"/>
    <dgm:cxn modelId="{ACCE5ECD-4D9D-40D5-8C51-E1B2FEE9ECEE}" type="presOf" srcId="{EE9F8E24-F686-4CD7-B40D-889B181D327C}" destId="{C75F3799-6FE1-44D4-94E5-D0323DD9642D}" srcOrd="0" destOrd="0" presId="urn:microsoft.com/office/officeart/2005/8/layout/cycle6"/>
    <dgm:cxn modelId="{62E8A9D2-6371-477E-902C-9AE529577240}" type="presOf" srcId="{553BEC81-A978-430C-80DA-1DF185989AAF}" destId="{F724F2BE-3492-48DF-BEB0-18E86EC3383D}" srcOrd="0" destOrd="0" presId="urn:microsoft.com/office/officeart/2005/8/layout/cycle6"/>
    <dgm:cxn modelId="{88623BD7-0B78-4848-B319-4C616239BAB7}" srcId="{B3F6A2BA-40B6-4187-AFF8-F8F9AF80E7F9}" destId="{83672DD1-994D-4D7A-9A37-481E9664950D}" srcOrd="16" destOrd="0" parTransId="{DDC0B2F7-016B-4613-8A55-5AA6A2FDE60C}" sibTransId="{B40BDC04-4CE6-4D7E-9F97-0E08939E39C6}"/>
    <dgm:cxn modelId="{C49149D8-B800-4423-B48C-40A1637857E9}" srcId="{B3F6A2BA-40B6-4187-AFF8-F8F9AF80E7F9}" destId="{49E309A8-4ACE-4E24-9468-1B63E3F6A1C8}" srcOrd="25" destOrd="0" parTransId="{D6C68469-A6BE-45BF-A540-5A9AD7D1FDCC}" sibTransId="{7115A82F-A0CA-47E6-9A40-2F50E0CCCA35}"/>
    <dgm:cxn modelId="{3D6E4EDA-E564-4FE9-9AB6-1388166FE0A9}" type="presOf" srcId="{A8370C54-57BB-4D77-84F2-21B7BBCB8CD1}" destId="{618D29F1-B27A-4177-81E5-AC40E22B797C}" srcOrd="0" destOrd="0" presId="urn:microsoft.com/office/officeart/2005/8/layout/cycle6"/>
    <dgm:cxn modelId="{29A30ADC-A6BC-435E-945B-0D4B92AD8430}" srcId="{B3F6A2BA-40B6-4187-AFF8-F8F9AF80E7F9}" destId="{CF291975-5B89-42C1-A954-78B0363C5805}" srcOrd="2" destOrd="0" parTransId="{F3DC7968-B68E-4A83-B115-D21E76300FFF}" sibTransId="{BB5988A9-792F-4F35-BF7A-F0D97FB3530B}"/>
    <dgm:cxn modelId="{8A2FA9E5-181E-44E5-925F-547C476F9CC0}" type="presOf" srcId="{3FDD498B-C338-4F3C-9707-6A31F5EB9217}" destId="{0186EB4D-19E9-40A6-9853-FE75E1F1C601}" srcOrd="0" destOrd="0" presId="urn:microsoft.com/office/officeart/2005/8/layout/cycle6"/>
    <dgm:cxn modelId="{FE5DE3E6-FC91-4656-85E4-45B335D2DABB}" srcId="{B3F6A2BA-40B6-4187-AFF8-F8F9AF80E7F9}" destId="{553BEC81-A978-430C-80DA-1DF185989AAF}" srcOrd="30" destOrd="0" parTransId="{F967C4E0-84B8-4DD8-94B3-652A70C1E617}" sibTransId="{E48A52DD-C72D-4935-A10C-8179C47FCC6E}"/>
    <dgm:cxn modelId="{D864FDE6-AE68-4123-A8AA-7FC1D1294C03}" srcId="{B3F6A2BA-40B6-4187-AFF8-F8F9AF80E7F9}" destId="{BB217A16-9AF2-4D4B-B615-1E19EDAD0C53}" srcOrd="23" destOrd="0" parTransId="{C1AA23A3-532B-4317-BA6C-EB24CD6F69A6}" sibTransId="{C0983ED0-8E1A-4C36-9B3F-D751B585C5F1}"/>
    <dgm:cxn modelId="{3D4E97EA-89D6-4F69-8109-635B0AF236FD}" srcId="{B3F6A2BA-40B6-4187-AFF8-F8F9AF80E7F9}" destId="{A895021A-1FC9-40D9-9A23-C05D673066F3}" srcOrd="10" destOrd="0" parTransId="{ED7432BF-B985-48B1-B8F2-801A42157DE6}" sibTransId="{C63CE439-C9A4-437A-AA24-C2B1C4D3EC13}"/>
    <dgm:cxn modelId="{26B7C2EF-E77C-4D76-A610-0E716FAB47DE}" type="presOf" srcId="{DF88F8CF-9279-4F9F-A099-1B4E96148323}" destId="{10B85967-A5CA-441C-B74B-8FD7919CBCCC}" srcOrd="0" destOrd="0" presId="urn:microsoft.com/office/officeart/2005/8/layout/cycle6"/>
    <dgm:cxn modelId="{D30E7CF0-5B4B-40D3-96D0-383F887793FD}" srcId="{B3F6A2BA-40B6-4187-AFF8-F8F9AF80E7F9}" destId="{868767A5-C3E4-4645-9C8D-69D5627043D3}" srcOrd="8" destOrd="0" parTransId="{09A882C0-93B2-4C56-BE95-EDAAA5B0FF47}" sibTransId="{BE0F9672-9967-4BB3-945A-82902934D4C9}"/>
    <dgm:cxn modelId="{146439F4-AB6E-4E56-98B9-3CD4B9FAF51B}" type="presOf" srcId="{3EBDEC13-B94B-424C-B6D8-E23828E29484}" destId="{E6415271-4602-49BD-8F77-B2554532B0A0}" srcOrd="0" destOrd="0" presId="urn:microsoft.com/office/officeart/2005/8/layout/cycle6"/>
    <dgm:cxn modelId="{EBC68FFD-0F35-4FBB-B798-DB0A754358E6}" srcId="{B3F6A2BA-40B6-4187-AFF8-F8F9AF80E7F9}" destId="{3EBDEC13-B94B-424C-B6D8-E23828E29484}" srcOrd="12" destOrd="0" parTransId="{4194DC5B-FCB2-47F2-A7AB-F8C802D2C380}" sibTransId="{910D43BF-2E12-4265-8F31-790375B138D8}"/>
    <dgm:cxn modelId="{60DA7D47-C22B-4C24-8CF7-867F74D23F59}" type="presParOf" srcId="{EFAE7302-6632-4D60-A96D-23F394241DE4}" destId="{37F6FC54-D545-444E-B19E-55F8864057C9}" srcOrd="0" destOrd="0" presId="urn:microsoft.com/office/officeart/2005/8/layout/cycle6"/>
    <dgm:cxn modelId="{7D92D77F-D106-475D-8E44-63AEA409191D}" type="presParOf" srcId="{EFAE7302-6632-4D60-A96D-23F394241DE4}" destId="{F73F8756-B089-4C69-872B-9C77B1D2E9B9}" srcOrd="1" destOrd="0" presId="urn:microsoft.com/office/officeart/2005/8/layout/cycle6"/>
    <dgm:cxn modelId="{9A4BAA28-B3F2-41A4-BFD9-8C9A84D60F37}" type="presParOf" srcId="{EFAE7302-6632-4D60-A96D-23F394241DE4}" destId="{990317AE-40E7-4E24-A709-5C1E3D7DF428}" srcOrd="2" destOrd="0" presId="urn:microsoft.com/office/officeart/2005/8/layout/cycle6"/>
    <dgm:cxn modelId="{B0147DE8-1A63-4E33-A279-4C4D186A7C93}" type="presParOf" srcId="{EFAE7302-6632-4D60-A96D-23F394241DE4}" destId="{0A74DD1F-BEEA-4E1C-A32C-B77C043FA489}" srcOrd="3" destOrd="0" presId="urn:microsoft.com/office/officeart/2005/8/layout/cycle6"/>
    <dgm:cxn modelId="{87B45C94-865B-49A2-BBE8-27787E7C192F}" type="presParOf" srcId="{EFAE7302-6632-4D60-A96D-23F394241DE4}" destId="{33AA3025-9FF4-4436-AD56-351C2AA3B91C}" srcOrd="4" destOrd="0" presId="urn:microsoft.com/office/officeart/2005/8/layout/cycle6"/>
    <dgm:cxn modelId="{3136E673-FB6C-4421-A80E-A3B489900F14}" type="presParOf" srcId="{EFAE7302-6632-4D60-A96D-23F394241DE4}" destId="{53232857-986B-4378-8600-83D67A96D1FC}" srcOrd="5" destOrd="0" presId="urn:microsoft.com/office/officeart/2005/8/layout/cycle6"/>
    <dgm:cxn modelId="{58B7BE0A-B3C8-48C4-8368-1B19EA10F132}" type="presParOf" srcId="{EFAE7302-6632-4D60-A96D-23F394241DE4}" destId="{B79BDE4E-122F-4949-877A-51460124312E}" srcOrd="6" destOrd="0" presId="urn:microsoft.com/office/officeart/2005/8/layout/cycle6"/>
    <dgm:cxn modelId="{D8AE8A60-7FA3-4D35-8B49-4BA7E8AC9090}" type="presParOf" srcId="{EFAE7302-6632-4D60-A96D-23F394241DE4}" destId="{E5A97052-E50B-4364-B8F3-C5BB55C62E43}" srcOrd="7" destOrd="0" presId="urn:microsoft.com/office/officeart/2005/8/layout/cycle6"/>
    <dgm:cxn modelId="{3E0FA5B8-37D2-4CD9-B3DB-69F489591465}" type="presParOf" srcId="{EFAE7302-6632-4D60-A96D-23F394241DE4}" destId="{C1FBA839-DD16-4EA3-AA23-4F09E108C25C}" srcOrd="8" destOrd="0" presId="urn:microsoft.com/office/officeart/2005/8/layout/cycle6"/>
    <dgm:cxn modelId="{791DB644-A84F-4154-B300-C4FFA2EB2ECE}" type="presParOf" srcId="{EFAE7302-6632-4D60-A96D-23F394241DE4}" destId="{47D8252C-7210-4124-986D-C5A27EC7BB38}" srcOrd="9" destOrd="0" presId="urn:microsoft.com/office/officeart/2005/8/layout/cycle6"/>
    <dgm:cxn modelId="{BAD4DFD5-953E-45DE-825F-3BEB2F7B6670}" type="presParOf" srcId="{EFAE7302-6632-4D60-A96D-23F394241DE4}" destId="{49128025-155A-4115-B8B9-1A751CA1730C}" srcOrd="10" destOrd="0" presId="urn:microsoft.com/office/officeart/2005/8/layout/cycle6"/>
    <dgm:cxn modelId="{27D6C1C2-B005-4595-BAAE-FB4B0B562E0C}" type="presParOf" srcId="{EFAE7302-6632-4D60-A96D-23F394241DE4}" destId="{9A5BE75C-4E4D-435D-8920-9E32832F465D}" srcOrd="11" destOrd="0" presId="urn:microsoft.com/office/officeart/2005/8/layout/cycle6"/>
    <dgm:cxn modelId="{3A70F00E-E7CF-40EC-9F57-DDBF88A50B16}" type="presParOf" srcId="{EFAE7302-6632-4D60-A96D-23F394241DE4}" destId="{E213AD56-109D-4571-A0B0-1181C7025370}" srcOrd="12" destOrd="0" presId="urn:microsoft.com/office/officeart/2005/8/layout/cycle6"/>
    <dgm:cxn modelId="{00CAA4AE-C25D-4965-B096-1D4317FCC791}" type="presParOf" srcId="{EFAE7302-6632-4D60-A96D-23F394241DE4}" destId="{41190AB1-8428-4DEE-ADF0-BAC788A0917C}" srcOrd="13" destOrd="0" presId="urn:microsoft.com/office/officeart/2005/8/layout/cycle6"/>
    <dgm:cxn modelId="{EC75696F-210D-4E4E-A204-248EFD96AF8B}" type="presParOf" srcId="{EFAE7302-6632-4D60-A96D-23F394241DE4}" destId="{3E6F2280-A61F-493F-991B-F51BCDF11010}" srcOrd="14" destOrd="0" presId="urn:microsoft.com/office/officeart/2005/8/layout/cycle6"/>
    <dgm:cxn modelId="{E4A6FC82-6C5E-4388-8A21-3418FC3BD7CD}" type="presParOf" srcId="{EFAE7302-6632-4D60-A96D-23F394241DE4}" destId="{D0E1629B-81D1-410E-AE41-A68200AAD38A}" srcOrd="15" destOrd="0" presId="urn:microsoft.com/office/officeart/2005/8/layout/cycle6"/>
    <dgm:cxn modelId="{7C57BCB1-83B0-4ABF-B8B4-DA72C8074A4B}" type="presParOf" srcId="{EFAE7302-6632-4D60-A96D-23F394241DE4}" destId="{98736DC7-D98D-4E78-942E-3E553CB51665}" srcOrd="16" destOrd="0" presId="urn:microsoft.com/office/officeart/2005/8/layout/cycle6"/>
    <dgm:cxn modelId="{8E035F74-F84B-4488-A41A-B5D38F377509}" type="presParOf" srcId="{EFAE7302-6632-4D60-A96D-23F394241DE4}" destId="{896B2AF0-997F-4A3D-95E9-687AEE393215}" srcOrd="17" destOrd="0" presId="urn:microsoft.com/office/officeart/2005/8/layout/cycle6"/>
    <dgm:cxn modelId="{62EF430D-EBFD-449B-866B-994C3F943510}" type="presParOf" srcId="{EFAE7302-6632-4D60-A96D-23F394241DE4}" destId="{BC51FB21-3AAD-464F-AB4E-68130F6D9956}" srcOrd="18" destOrd="0" presId="urn:microsoft.com/office/officeart/2005/8/layout/cycle6"/>
    <dgm:cxn modelId="{4E7576C8-D540-4FFD-A219-8B43750BB564}" type="presParOf" srcId="{EFAE7302-6632-4D60-A96D-23F394241DE4}" destId="{678D2501-9B9B-4053-8341-251711D30C2F}" srcOrd="19" destOrd="0" presId="urn:microsoft.com/office/officeart/2005/8/layout/cycle6"/>
    <dgm:cxn modelId="{0D81E519-F074-43D0-AD74-67A5F6277070}" type="presParOf" srcId="{EFAE7302-6632-4D60-A96D-23F394241DE4}" destId="{36A25B59-0286-4766-AF4A-4AD99255FB9A}" srcOrd="20" destOrd="0" presId="urn:microsoft.com/office/officeart/2005/8/layout/cycle6"/>
    <dgm:cxn modelId="{D4FE4D5B-2991-48CC-9E0B-CDF882CA8DD0}" type="presParOf" srcId="{EFAE7302-6632-4D60-A96D-23F394241DE4}" destId="{4EBAFEA8-38A7-4839-A196-E833865FEC3E}" srcOrd="21" destOrd="0" presId="urn:microsoft.com/office/officeart/2005/8/layout/cycle6"/>
    <dgm:cxn modelId="{7AC56122-52FA-4442-924D-22704B059007}" type="presParOf" srcId="{EFAE7302-6632-4D60-A96D-23F394241DE4}" destId="{C248C08C-3758-4EEE-8D81-59D26C39B226}" srcOrd="22" destOrd="0" presId="urn:microsoft.com/office/officeart/2005/8/layout/cycle6"/>
    <dgm:cxn modelId="{FB7986C7-6089-4F1D-B3ED-150045726F11}" type="presParOf" srcId="{EFAE7302-6632-4D60-A96D-23F394241DE4}" destId="{A95F9BD2-8E6C-4D20-A2D9-24C989631FAC}" srcOrd="23" destOrd="0" presId="urn:microsoft.com/office/officeart/2005/8/layout/cycle6"/>
    <dgm:cxn modelId="{ED7639B7-B42F-43EF-AC65-F3A4368981EE}" type="presParOf" srcId="{EFAE7302-6632-4D60-A96D-23F394241DE4}" destId="{FCDBC8B2-A072-489D-B135-4F76C90ABB73}" srcOrd="24" destOrd="0" presId="urn:microsoft.com/office/officeart/2005/8/layout/cycle6"/>
    <dgm:cxn modelId="{B953851D-EED4-43C8-858A-74B12D697946}" type="presParOf" srcId="{EFAE7302-6632-4D60-A96D-23F394241DE4}" destId="{1A502533-D656-4694-9BDA-B75F503AD108}" srcOrd="25" destOrd="0" presId="urn:microsoft.com/office/officeart/2005/8/layout/cycle6"/>
    <dgm:cxn modelId="{337C4CDA-4608-4C5A-9B35-44AB6241528E}" type="presParOf" srcId="{EFAE7302-6632-4D60-A96D-23F394241DE4}" destId="{BBF115A0-E49F-481D-B9B9-7781A7700C68}" srcOrd="26" destOrd="0" presId="urn:microsoft.com/office/officeart/2005/8/layout/cycle6"/>
    <dgm:cxn modelId="{33EB0D15-0956-42E6-8D7A-D37E0D9B74CD}" type="presParOf" srcId="{EFAE7302-6632-4D60-A96D-23F394241DE4}" destId="{27377A35-5C63-4153-A1CA-D07A81FEBED6}" srcOrd="27" destOrd="0" presId="urn:microsoft.com/office/officeart/2005/8/layout/cycle6"/>
    <dgm:cxn modelId="{36A7BAB6-A608-4EF5-8C1A-4727EB744F6B}" type="presParOf" srcId="{EFAE7302-6632-4D60-A96D-23F394241DE4}" destId="{166E8CAE-7A6A-441E-B81D-F2A6930AEB34}" srcOrd="28" destOrd="0" presId="urn:microsoft.com/office/officeart/2005/8/layout/cycle6"/>
    <dgm:cxn modelId="{D7F51239-16A5-4DD2-84B9-3A6E0119E0CB}" type="presParOf" srcId="{EFAE7302-6632-4D60-A96D-23F394241DE4}" destId="{C75F3799-6FE1-44D4-94E5-D0323DD9642D}" srcOrd="29" destOrd="0" presId="urn:microsoft.com/office/officeart/2005/8/layout/cycle6"/>
    <dgm:cxn modelId="{405A544B-BCEF-4219-A6BE-A97B3E3C5D08}" type="presParOf" srcId="{EFAE7302-6632-4D60-A96D-23F394241DE4}" destId="{ACA3DEE4-4C37-414B-A20E-469C72FF631D}" srcOrd="30" destOrd="0" presId="urn:microsoft.com/office/officeart/2005/8/layout/cycle6"/>
    <dgm:cxn modelId="{1AE046A4-F42D-4617-9535-C8AF757D2CF5}" type="presParOf" srcId="{EFAE7302-6632-4D60-A96D-23F394241DE4}" destId="{5E377587-15D8-428C-8F90-BB7C49868333}" srcOrd="31" destOrd="0" presId="urn:microsoft.com/office/officeart/2005/8/layout/cycle6"/>
    <dgm:cxn modelId="{7617962A-31C2-4678-A048-468E42E779BF}" type="presParOf" srcId="{EFAE7302-6632-4D60-A96D-23F394241DE4}" destId="{39826E2A-859D-4D09-B02A-05287C251E70}" srcOrd="32" destOrd="0" presId="urn:microsoft.com/office/officeart/2005/8/layout/cycle6"/>
    <dgm:cxn modelId="{07F14578-8C2E-4BBB-8E71-C1B72355C0D9}" type="presParOf" srcId="{EFAE7302-6632-4D60-A96D-23F394241DE4}" destId="{508270A1-9056-4B9A-B0BC-2D3B1299FC58}" srcOrd="33" destOrd="0" presId="urn:microsoft.com/office/officeart/2005/8/layout/cycle6"/>
    <dgm:cxn modelId="{DC992F94-D628-4942-936B-6E4CB2B0C44A}" type="presParOf" srcId="{EFAE7302-6632-4D60-A96D-23F394241DE4}" destId="{32B48CEE-BE6C-4B73-AA70-08340D7306CA}" srcOrd="34" destOrd="0" presId="urn:microsoft.com/office/officeart/2005/8/layout/cycle6"/>
    <dgm:cxn modelId="{D4ADAF75-CC36-4568-95D9-4D8A6C953E0D}" type="presParOf" srcId="{EFAE7302-6632-4D60-A96D-23F394241DE4}" destId="{0186EB4D-19E9-40A6-9853-FE75E1F1C601}" srcOrd="35" destOrd="0" presId="urn:microsoft.com/office/officeart/2005/8/layout/cycle6"/>
    <dgm:cxn modelId="{9E50DD02-B6CF-4E3D-B8F6-C1B7F439DF50}" type="presParOf" srcId="{EFAE7302-6632-4D60-A96D-23F394241DE4}" destId="{E6415271-4602-49BD-8F77-B2554532B0A0}" srcOrd="36" destOrd="0" presId="urn:microsoft.com/office/officeart/2005/8/layout/cycle6"/>
    <dgm:cxn modelId="{76A8E98E-75BA-4B76-AD55-3B88BB79ED95}" type="presParOf" srcId="{EFAE7302-6632-4D60-A96D-23F394241DE4}" destId="{18476B6F-E555-4078-9F4F-FED8900C0811}" srcOrd="37" destOrd="0" presId="urn:microsoft.com/office/officeart/2005/8/layout/cycle6"/>
    <dgm:cxn modelId="{C45007AC-5169-4BD7-8DEB-821B78B1CC44}" type="presParOf" srcId="{EFAE7302-6632-4D60-A96D-23F394241DE4}" destId="{0CA37BE1-2CF9-468E-BFF7-47A995E3BB08}" srcOrd="38" destOrd="0" presId="urn:microsoft.com/office/officeart/2005/8/layout/cycle6"/>
    <dgm:cxn modelId="{48CA42B1-453F-4CC1-A882-E3368986188F}" type="presParOf" srcId="{EFAE7302-6632-4D60-A96D-23F394241DE4}" destId="{C10433AE-724D-434E-B55F-F8FBA5E6691B}" srcOrd="39" destOrd="0" presId="urn:microsoft.com/office/officeart/2005/8/layout/cycle6"/>
    <dgm:cxn modelId="{CF7B62F5-71BC-44C7-B198-A2DCCDD5A1FE}" type="presParOf" srcId="{EFAE7302-6632-4D60-A96D-23F394241DE4}" destId="{1BF69A71-2EE3-482B-A6FD-09CDD6717BD2}" srcOrd="40" destOrd="0" presId="urn:microsoft.com/office/officeart/2005/8/layout/cycle6"/>
    <dgm:cxn modelId="{17383917-AE92-4914-AEE1-E3CF97B0E263}" type="presParOf" srcId="{EFAE7302-6632-4D60-A96D-23F394241DE4}" destId="{6361BE26-1613-4254-AAB5-23BC794B38F0}" srcOrd="41" destOrd="0" presId="urn:microsoft.com/office/officeart/2005/8/layout/cycle6"/>
    <dgm:cxn modelId="{2DCB0B8D-CB77-4464-9007-48C982E3696C}" type="presParOf" srcId="{EFAE7302-6632-4D60-A96D-23F394241DE4}" destId="{75C04093-B402-44E4-A02F-D9D20B3CFE9D}" srcOrd="42" destOrd="0" presId="urn:microsoft.com/office/officeart/2005/8/layout/cycle6"/>
    <dgm:cxn modelId="{8730E7DD-3031-4C44-BD90-1A541065F4CE}" type="presParOf" srcId="{EFAE7302-6632-4D60-A96D-23F394241DE4}" destId="{320450C4-F523-4B16-B2D9-4DF083C0D164}" srcOrd="43" destOrd="0" presId="urn:microsoft.com/office/officeart/2005/8/layout/cycle6"/>
    <dgm:cxn modelId="{8BB5BC38-FE93-4118-8203-3E0D856DCED0}" type="presParOf" srcId="{EFAE7302-6632-4D60-A96D-23F394241DE4}" destId="{76F78CE6-90C8-4B35-9F7E-1F5EB9B22151}" srcOrd="44" destOrd="0" presId="urn:microsoft.com/office/officeart/2005/8/layout/cycle6"/>
    <dgm:cxn modelId="{FEF7665E-D24E-4030-BB6C-92AAA6CFAE12}" type="presParOf" srcId="{EFAE7302-6632-4D60-A96D-23F394241DE4}" destId="{618D29F1-B27A-4177-81E5-AC40E22B797C}" srcOrd="45" destOrd="0" presId="urn:microsoft.com/office/officeart/2005/8/layout/cycle6"/>
    <dgm:cxn modelId="{736A3E6C-CD42-41CE-ABCD-C8CFB6025FAA}" type="presParOf" srcId="{EFAE7302-6632-4D60-A96D-23F394241DE4}" destId="{6DA6B6DF-5C12-40CD-AAE4-BEDED49DD127}" srcOrd="46" destOrd="0" presId="urn:microsoft.com/office/officeart/2005/8/layout/cycle6"/>
    <dgm:cxn modelId="{8FE8FF83-35FE-4708-9DC1-C79CF3978504}" type="presParOf" srcId="{EFAE7302-6632-4D60-A96D-23F394241DE4}" destId="{B309ED74-66A5-480C-86D1-D4E840F406AC}" srcOrd="47" destOrd="0" presId="urn:microsoft.com/office/officeart/2005/8/layout/cycle6"/>
    <dgm:cxn modelId="{A8196712-8411-4AD6-9CAA-157CC68E932D}" type="presParOf" srcId="{EFAE7302-6632-4D60-A96D-23F394241DE4}" destId="{1DFE6595-7230-483C-9D32-BFCA9CE92D85}" srcOrd="48" destOrd="0" presId="urn:microsoft.com/office/officeart/2005/8/layout/cycle6"/>
    <dgm:cxn modelId="{6720F2FB-8F9C-4FCE-9451-C1A334C9860E}" type="presParOf" srcId="{EFAE7302-6632-4D60-A96D-23F394241DE4}" destId="{951B332A-C98B-433A-BC90-670312A65140}" srcOrd="49" destOrd="0" presId="urn:microsoft.com/office/officeart/2005/8/layout/cycle6"/>
    <dgm:cxn modelId="{96704A5A-3978-43CC-A7A6-B0D547CB79D6}" type="presParOf" srcId="{EFAE7302-6632-4D60-A96D-23F394241DE4}" destId="{F136BB06-5C60-4B50-98D8-C6FCDB3F7F8E}" srcOrd="50" destOrd="0" presId="urn:microsoft.com/office/officeart/2005/8/layout/cycle6"/>
    <dgm:cxn modelId="{6F144AC9-4083-42C6-B378-808F8AEDBD52}" type="presParOf" srcId="{EFAE7302-6632-4D60-A96D-23F394241DE4}" destId="{2CC1B40C-A928-4D28-85BB-5E0283FC2F77}" srcOrd="51" destOrd="0" presId="urn:microsoft.com/office/officeart/2005/8/layout/cycle6"/>
    <dgm:cxn modelId="{5D9A1C21-4BD7-4E5B-A849-A519ED60D932}" type="presParOf" srcId="{EFAE7302-6632-4D60-A96D-23F394241DE4}" destId="{7EF4F930-8B6A-4ECB-AEE6-E6BBCDEDB007}" srcOrd="52" destOrd="0" presId="urn:microsoft.com/office/officeart/2005/8/layout/cycle6"/>
    <dgm:cxn modelId="{B7B08267-0AD9-4E3D-9224-EE871258BFD4}" type="presParOf" srcId="{EFAE7302-6632-4D60-A96D-23F394241DE4}" destId="{68E8B125-993D-469E-AA0B-682C870C8CE0}" srcOrd="53" destOrd="0" presId="urn:microsoft.com/office/officeart/2005/8/layout/cycle6"/>
    <dgm:cxn modelId="{06019041-EE69-4202-B606-49F5BC1731E0}" type="presParOf" srcId="{EFAE7302-6632-4D60-A96D-23F394241DE4}" destId="{FADD2792-6893-42FB-A020-33C72A283A6C}" srcOrd="54" destOrd="0" presId="urn:microsoft.com/office/officeart/2005/8/layout/cycle6"/>
    <dgm:cxn modelId="{07D9A716-8EDD-4D47-97A2-D6E8122A9FEC}" type="presParOf" srcId="{EFAE7302-6632-4D60-A96D-23F394241DE4}" destId="{3347F71B-899A-499F-BE60-DD768007AE3D}" srcOrd="55" destOrd="0" presId="urn:microsoft.com/office/officeart/2005/8/layout/cycle6"/>
    <dgm:cxn modelId="{AEAF3881-0297-4611-B668-7483D3C656BE}" type="presParOf" srcId="{EFAE7302-6632-4D60-A96D-23F394241DE4}" destId="{B9DC5B5E-81C6-4A00-AD4E-BE0007B91F2F}" srcOrd="56" destOrd="0" presId="urn:microsoft.com/office/officeart/2005/8/layout/cycle6"/>
    <dgm:cxn modelId="{0ACE24A7-B252-4BC5-96E9-42F13200F807}" type="presParOf" srcId="{EFAE7302-6632-4D60-A96D-23F394241DE4}" destId="{FD352E1F-0C68-49D5-B0E2-54376D4F934A}" srcOrd="57" destOrd="0" presId="urn:microsoft.com/office/officeart/2005/8/layout/cycle6"/>
    <dgm:cxn modelId="{D6B89B55-45D6-4625-BCCC-4DB6142FBA71}" type="presParOf" srcId="{EFAE7302-6632-4D60-A96D-23F394241DE4}" destId="{0BC5354E-3415-46FB-ADB3-32C666B3BC89}" srcOrd="58" destOrd="0" presId="urn:microsoft.com/office/officeart/2005/8/layout/cycle6"/>
    <dgm:cxn modelId="{8CDA1B37-3B2D-4410-8A2B-0CEB4C6D6C72}" type="presParOf" srcId="{EFAE7302-6632-4D60-A96D-23F394241DE4}" destId="{F4BCE455-286B-4204-B5F1-B8A634EE86AA}" srcOrd="59" destOrd="0" presId="urn:microsoft.com/office/officeart/2005/8/layout/cycle6"/>
    <dgm:cxn modelId="{0BE5335E-3A88-480B-B5F6-BFEE3A69D4CE}" type="presParOf" srcId="{EFAE7302-6632-4D60-A96D-23F394241DE4}" destId="{C78ECE81-A2B2-47AC-8CB7-A602A09D7084}" srcOrd="60" destOrd="0" presId="urn:microsoft.com/office/officeart/2005/8/layout/cycle6"/>
    <dgm:cxn modelId="{B5B52EBF-18D9-4073-AFF1-D3BA2A9C0540}" type="presParOf" srcId="{EFAE7302-6632-4D60-A96D-23F394241DE4}" destId="{7D56EB1A-D3E6-4B49-8BAB-D14453A9BB73}" srcOrd="61" destOrd="0" presId="urn:microsoft.com/office/officeart/2005/8/layout/cycle6"/>
    <dgm:cxn modelId="{EB021F05-6689-4D31-B1BB-1678F9F8A016}" type="presParOf" srcId="{EFAE7302-6632-4D60-A96D-23F394241DE4}" destId="{E5C3F0BA-DB69-495D-9DEA-D13C90EA3630}" srcOrd="62" destOrd="0" presId="urn:microsoft.com/office/officeart/2005/8/layout/cycle6"/>
    <dgm:cxn modelId="{D5FE3BDF-68F4-425B-B369-04EFC0A9F177}" type="presParOf" srcId="{EFAE7302-6632-4D60-A96D-23F394241DE4}" destId="{43DDAB27-C0DF-44FA-802A-67BF1D0F81B4}" srcOrd="63" destOrd="0" presId="urn:microsoft.com/office/officeart/2005/8/layout/cycle6"/>
    <dgm:cxn modelId="{844859B5-D747-4892-9241-B060105330DC}" type="presParOf" srcId="{EFAE7302-6632-4D60-A96D-23F394241DE4}" destId="{8C07BEE8-98F3-4383-8C3D-272C0DCA3135}" srcOrd="64" destOrd="0" presId="urn:microsoft.com/office/officeart/2005/8/layout/cycle6"/>
    <dgm:cxn modelId="{C48D815E-50D8-47F7-A36E-EF4723E1F463}" type="presParOf" srcId="{EFAE7302-6632-4D60-A96D-23F394241DE4}" destId="{4564EECB-4F9B-4DE6-A4A8-79CB80D711FC}" srcOrd="65" destOrd="0" presId="urn:microsoft.com/office/officeart/2005/8/layout/cycle6"/>
    <dgm:cxn modelId="{31B1057D-591E-44DB-81BE-4F226CC0FCCE}" type="presParOf" srcId="{EFAE7302-6632-4D60-A96D-23F394241DE4}" destId="{E7B2F824-C131-4F6E-BF3B-11B8D84C3259}" srcOrd="66" destOrd="0" presId="urn:microsoft.com/office/officeart/2005/8/layout/cycle6"/>
    <dgm:cxn modelId="{4DB45309-ECA8-4CE2-A5CF-E01391026ED5}" type="presParOf" srcId="{EFAE7302-6632-4D60-A96D-23F394241DE4}" destId="{14E160C9-3944-49D9-A382-EDFD6F07F2AF}" srcOrd="67" destOrd="0" presId="urn:microsoft.com/office/officeart/2005/8/layout/cycle6"/>
    <dgm:cxn modelId="{AE4619EC-8621-4DB5-BC35-1CA358CCB8C2}" type="presParOf" srcId="{EFAE7302-6632-4D60-A96D-23F394241DE4}" destId="{F221C969-D840-4207-AD08-C8DF473E761E}" srcOrd="68" destOrd="0" presId="urn:microsoft.com/office/officeart/2005/8/layout/cycle6"/>
    <dgm:cxn modelId="{4F279F6B-96EA-43D7-A0AF-8B951D28010A}" type="presParOf" srcId="{EFAE7302-6632-4D60-A96D-23F394241DE4}" destId="{CFCF3D4C-32A1-4968-B438-404BD7D6114A}" srcOrd="69" destOrd="0" presId="urn:microsoft.com/office/officeart/2005/8/layout/cycle6"/>
    <dgm:cxn modelId="{60E1CFFC-5813-4CC1-A075-7B219E160A7F}" type="presParOf" srcId="{EFAE7302-6632-4D60-A96D-23F394241DE4}" destId="{A331A5A7-B87C-4299-8B1F-207925CD4C27}" srcOrd="70" destOrd="0" presId="urn:microsoft.com/office/officeart/2005/8/layout/cycle6"/>
    <dgm:cxn modelId="{0D6BE1F5-BAAD-4307-B5F3-7F5935D19B95}" type="presParOf" srcId="{EFAE7302-6632-4D60-A96D-23F394241DE4}" destId="{21A7A6A5-C6D1-4211-8A8E-22C0ECD96F49}" srcOrd="71" destOrd="0" presId="urn:microsoft.com/office/officeart/2005/8/layout/cycle6"/>
    <dgm:cxn modelId="{B2FA7B94-F00D-4E95-8D7B-1813F68C4837}" type="presParOf" srcId="{EFAE7302-6632-4D60-A96D-23F394241DE4}" destId="{991A4C05-42A7-4815-BBC2-046FF52DA966}" srcOrd="72" destOrd="0" presId="urn:microsoft.com/office/officeart/2005/8/layout/cycle6"/>
    <dgm:cxn modelId="{6BDCFE3E-9B16-4838-816C-44CBB2E72928}" type="presParOf" srcId="{EFAE7302-6632-4D60-A96D-23F394241DE4}" destId="{9AD292EF-B75E-4B66-9CEA-DD3FDDF0A21E}" srcOrd="73" destOrd="0" presId="urn:microsoft.com/office/officeart/2005/8/layout/cycle6"/>
    <dgm:cxn modelId="{9F6C3DFB-9D54-424B-B473-952D0F4CF9D6}" type="presParOf" srcId="{EFAE7302-6632-4D60-A96D-23F394241DE4}" destId="{F56FC7F1-C52A-48DE-AD95-4D744553B23F}" srcOrd="74" destOrd="0" presId="urn:microsoft.com/office/officeart/2005/8/layout/cycle6"/>
    <dgm:cxn modelId="{3C177629-D6D4-4EA0-BC43-0AAFBE1FA7B8}" type="presParOf" srcId="{EFAE7302-6632-4D60-A96D-23F394241DE4}" destId="{9FC84676-4902-4A78-9386-9F053440A259}" srcOrd="75" destOrd="0" presId="urn:microsoft.com/office/officeart/2005/8/layout/cycle6"/>
    <dgm:cxn modelId="{77462C49-A8FA-4CC4-81BA-BA6C26A4D5DF}" type="presParOf" srcId="{EFAE7302-6632-4D60-A96D-23F394241DE4}" destId="{5ADB1E6E-FCB9-4EA8-A0AA-8C3DCE7A8970}" srcOrd="76" destOrd="0" presId="urn:microsoft.com/office/officeart/2005/8/layout/cycle6"/>
    <dgm:cxn modelId="{EBCE0000-08DB-41EB-B12E-8E13F73919D8}" type="presParOf" srcId="{EFAE7302-6632-4D60-A96D-23F394241DE4}" destId="{D6FF76DD-C30F-4EB0-8FCF-74271CBF245A}" srcOrd="77" destOrd="0" presId="urn:microsoft.com/office/officeart/2005/8/layout/cycle6"/>
    <dgm:cxn modelId="{A9B8CE41-64B4-449E-BA73-7FE39266BB7F}" type="presParOf" srcId="{EFAE7302-6632-4D60-A96D-23F394241DE4}" destId="{BB6CD61F-322C-4EEA-85CC-48F3CC9DA29B}" srcOrd="78" destOrd="0" presId="urn:microsoft.com/office/officeart/2005/8/layout/cycle6"/>
    <dgm:cxn modelId="{08B7B1E0-126C-4D7F-95CA-D5DD77B808CC}" type="presParOf" srcId="{EFAE7302-6632-4D60-A96D-23F394241DE4}" destId="{97AD30FD-571A-4F8C-8E69-85180761E85D}" srcOrd="79" destOrd="0" presId="urn:microsoft.com/office/officeart/2005/8/layout/cycle6"/>
    <dgm:cxn modelId="{BAF4C2B3-06EA-4D8F-B49B-B12BC7632562}" type="presParOf" srcId="{EFAE7302-6632-4D60-A96D-23F394241DE4}" destId="{F9A0D072-B17C-43D0-9A88-104CAF700717}" srcOrd="80" destOrd="0" presId="urn:microsoft.com/office/officeart/2005/8/layout/cycle6"/>
    <dgm:cxn modelId="{F0A1F01E-F8D2-4767-8A36-A8E962964CB7}" type="presParOf" srcId="{EFAE7302-6632-4D60-A96D-23F394241DE4}" destId="{98BE2733-5EA3-4FB9-B572-1CE18B1FAD50}" srcOrd="81" destOrd="0" presId="urn:microsoft.com/office/officeart/2005/8/layout/cycle6"/>
    <dgm:cxn modelId="{687B3822-0FF2-4663-AF21-9EF6C85F8E78}" type="presParOf" srcId="{EFAE7302-6632-4D60-A96D-23F394241DE4}" destId="{251E8F09-86AE-4903-9E8B-058B849FCB04}" srcOrd="82" destOrd="0" presId="urn:microsoft.com/office/officeart/2005/8/layout/cycle6"/>
    <dgm:cxn modelId="{89C6E9C7-080F-45E6-ABB5-BBC71116C944}" type="presParOf" srcId="{EFAE7302-6632-4D60-A96D-23F394241DE4}" destId="{7F89DABF-7369-48F0-8963-A2942746E850}" srcOrd="83" destOrd="0" presId="urn:microsoft.com/office/officeart/2005/8/layout/cycle6"/>
    <dgm:cxn modelId="{AF26EDA3-8162-4F60-9031-9BDDC56A8640}" type="presParOf" srcId="{EFAE7302-6632-4D60-A96D-23F394241DE4}" destId="{CD308359-DDF9-4556-B21D-E2264F4EE573}" srcOrd="84" destOrd="0" presId="urn:microsoft.com/office/officeart/2005/8/layout/cycle6"/>
    <dgm:cxn modelId="{6D2E179B-9126-472C-8194-08564691FA31}" type="presParOf" srcId="{EFAE7302-6632-4D60-A96D-23F394241DE4}" destId="{F968E9D9-3C8D-4C82-BD13-F54DE66BCE27}" srcOrd="85" destOrd="0" presId="urn:microsoft.com/office/officeart/2005/8/layout/cycle6"/>
    <dgm:cxn modelId="{F6F565D2-69B3-4F4E-9490-A0272348DF45}" type="presParOf" srcId="{EFAE7302-6632-4D60-A96D-23F394241DE4}" destId="{81F2DA4D-EFC8-4AA8-9C5F-683BBAC275F5}" srcOrd="86" destOrd="0" presId="urn:microsoft.com/office/officeart/2005/8/layout/cycle6"/>
    <dgm:cxn modelId="{0E3CEC57-1BFE-4A3C-88C8-DA4B5557D748}" type="presParOf" srcId="{EFAE7302-6632-4D60-A96D-23F394241DE4}" destId="{9AC4915E-252C-49E2-84A8-90A6E8385642}" srcOrd="87" destOrd="0" presId="urn:microsoft.com/office/officeart/2005/8/layout/cycle6"/>
    <dgm:cxn modelId="{7F46769A-9943-4064-BDDE-68E5B3B673EA}" type="presParOf" srcId="{EFAE7302-6632-4D60-A96D-23F394241DE4}" destId="{90DC71D3-7FED-47C0-AFD0-4EAC0EA8659A}" srcOrd="88" destOrd="0" presId="urn:microsoft.com/office/officeart/2005/8/layout/cycle6"/>
    <dgm:cxn modelId="{8F8FE449-E378-4E22-B8AA-DE8594FE7793}" type="presParOf" srcId="{EFAE7302-6632-4D60-A96D-23F394241DE4}" destId="{10B85967-A5CA-441C-B74B-8FD7919CBCCC}" srcOrd="89" destOrd="0" presId="urn:microsoft.com/office/officeart/2005/8/layout/cycle6"/>
    <dgm:cxn modelId="{4B8C61C7-FED5-47D2-AD14-327D66F4B2EA}" type="presParOf" srcId="{EFAE7302-6632-4D60-A96D-23F394241DE4}" destId="{F724F2BE-3492-48DF-BEB0-18E86EC3383D}" srcOrd="90" destOrd="0" presId="urn:microsoft.com/office/officeart/2005/8/layout/cycle6"/>
    <dgm:cxn modelId="{700FDA56-C5B5-48DE-B23C-276FA643D92C}" type="presParOf" srcId="{EFAE7302-6632-4D60-A96D-23F394241DE4}" destId="{1E3A32DE-60CE-418E-8DBF-72B8A707C45D}" srcOrd="91" destOrd="0" presId="urn:microsoft.com/office/officeart/2005/8/layout/cycle6"/>
    <dgm:cxn modelId="{85B8603A-6CA6-4336-ACD1-96654A342DEB}" type="presParOf" srcId="{EFAE7302-6632-4D60-A96D-23F394241DE4}" destId="{D385CF75-2DC0-41B5-94A8-CB366CF3094B}" srcOrd="92" destOrd="0" presId="urn:microsoft.com/office/officeart/2005/8/layout/cycle6"/>
    <dgm:cxn modelId="{8F888891-6BF3-435F-9C80-7A7767F888E9}" type="presParOf" srcId="{EFAE7302-6632-4D60-A96D-23F394241DE4}" destId="{503B42BA-B449-428B-A7CE-2DFEE7DEF4F0}" srcOrd="93" destOrd="0" presId="urn:microsoft.com/office/officeart/2005/8/layout/cycle6"/>
    <dgm:cxn modelId="{BF9B6E1A-C5C3-411F-81FB-7E1A4369C023}" type="presParOf" srcId="{EFAE7302-6632-4D60-A96D-23F394241DE4}" destId="{3E256912-B98B-4477-9DD1-348D614FCC59}" srcOrd="94" destOrd="0" presId="urn:microsoft.com/office/officeart/2005/8/layout/cycle6"/>
    <dgm:cxn modelId="{F7AC5C5F-C557-4095-9BB4-67BB2FD82913}" type="presParOf" srcId="{EFAE7302-6632-4D60-A96D-23F394241DE4}" destId="{5CFB3FD2-2DF6-4205-823E-F0FEC3D98719}" srcOrd="9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F6A2BA-40B6-4187-AFF8-F8F9AF80E7F9}" type="doc">
      <dgm:prSet loTypeId="urn:microsoft.com/office/officeart/2005/8/layout/cycle6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B7A3099-1224-4ECB-902C-396EC7BA796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175"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00</a:t>
          </a:r>
        </a:p>
      </dgm:t>
    </dgm:pt>
    <dgm:pt modelId="{46544552-34FE-49BE-BA33-CC66D1619F8A}" type="parTrans" cxnId="{6C05350F-B991-4F58-97D1-AE4044723B42}">
      <dgm:prSet/>
      <dgm:spPr/>
      <dgm:t>
        <a:bodyPr/>
        <a:lstStyle/>
        <a:p>
          <a:endParaRPr lang="en-US"/>
        </a:p>
      </dgm:t>
    </dgm:pt>
    <dgm:pt modelId="{50D7F308-47D9-4906-97CC-2D84909FC247}" type="sibTrans" cxnId="{6C05350F-B991-4F58-97D1-AE4044723B42}">
      <dgm:prSet/>
      <dgm:spPr>
        <a:ln w="3175"/>
      </dgm:spPr>
      <dgm:t>
        <a:bodyPr/>
        <a:lstStyle/>
        <a:p>
          <a:endParaRPr lang="en-US" sz="2800"/>
        </a:p>
      </dgm:t>
    </dgm:pt>
    <dgm:pt modelId="{05255914-D32A-40B4-8C21-21202418932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bg1"/>
              </a:solidFill>
            </a:rPr>
            <a:t>01</a:t>
          </a:r>
        </a:p>
      </dgm:t>
    </dgm:pt>
    <dgm:pt modelId="{739FD09D-8045-4F96-B9E7-D3DCBC8AC11E}" type="parTrans" cxnId="{92B7CF88-19DA-4C68-B48A-56C5D09BD078}">
      <dgm:prSet/>
      <dgm:spPr/>
      <dgm:t>
        <a:bodyPr/>
        <a:lstStyle/>
        <a:p>
          <a:endParaRPr lang="en-US"/>
        </a:p>
      </dgm:t>
    </dgm:pt>
    <dgm:pt modelId="{DF2D58BB-B07E-4427-B0B4-7328C7A546CF}" type="sibTrans" cxnId="{92B7CF88-19DA-4C68-B48A-56C5D09BD078}">
      <dgm:prSet/>
      <dgm:spPr>
        <a:ln w="3175"/>
      </dgm:spPr>
      <dgm:t>
        <a:bodyPr/>
        <a:lstStyle/>
        <a:p>
          <a:endParaRPr lang="en-US" sz="2800"/>
        </a:p>
      </dgm:t>
    </dgm:pt>
    <dgm:pt modelId="{CF291975-5B89-42C1-A954-78B0363C5805}">
      <dgm:prSet phldrT="[Text]" custT="1"/>
      <dgm:spPr>
        <a:ln w="3175"/>
      </dgm:spPr>
      <dgm:t>
        <a:bodyPr/>
        <a:lstStyle/>
        <a:p>
          <a:r>
            <a:rPr lang="en-US" sz="900" dirty="0"/>
            <a:t>02</a:t>
          </a:r>
        </a:p>
      </dgm:t>
    </dgm:pt>
    <dgm:pt modelId="{F3DC7968-B68E-4A83-B115-D21E76300FFF}" type="parTrans" cxnId="{29A30ADC-A6BC-435E-945B-0D4B92AD8430}">
      <dgm:prSet/>
      <dgm:spPr/>
      <dgm:t>
        <a:bodyPr/>
        <a:lstStyle/>
        <a:p>
          <a:endParaRPr lang="en-US"/>
        </a:p>
      </dgm:t>
    </dgm:pt>
    <dgm:pt modelId="{BB5988A9-792F-4F35-BF7A-F0D97FB3530B}" type="sibTrans" cxnId="{29A30ADC-A6BC-435E-945B-0D4B92AD8430}">
      <dgm:prSet/>
      <dgm:spPr>
        <a:ln w="3175"/>
      </dgm:spPr>
      <dgm:t>
        <a:bodyPr/>
        <a:lstStyle/>
        <a:p>
          <a:endParaRPr lang="en-US" sz="2800"/>
        </a:p>
      </dgm:t>
    </dgm:pt>
    <dgm:pt modelId="{0F1EED64-1422-4916-86A1-6EC539D1088A}">
      <dgm:prSet phldrT="[Text]" custT="1"/>
      <dgm:spPr>
        <a:ln w="3175"/>
      </dgm:spPr>
      <dgm:t>
        <a:bodyPr/>
        <a:lstStyle/>
        <a:p>
          <a:r>
            <a:rPr lang="en-US" sz="900" dirty="0"/>
            <a:t>03</a:t>
          </a:r>
        </a:p>
      </dgm:t>
    </dgm:pt>
    <dgm:pt modelId="{A31802B4-E52B-4F45-9C81-62E72A979B4E}" type="parTrans" cxnId="{F506E86B-8150-47A3-B191-82DF382E8CD4}">
      <dgm:prSet/>
      <dgm:spPr/>
      <dgm:t>
        <a:bodyPr/>
        <a:lstStyle/>
        <a:p>
          <a:endParaRPr lang="en-US"/>
        </a:p>
      </dgm:t>
    </dgm:pt>
    <dgm:pt modelId="{C682A7C4-7A1C-44E3-9B83-DF842E56DA03}" type="sibTrans" cxnId="{F506E86B-8150-47A3-B191-82DF382E8CD4}">
      <dgm:prSet/>
      <dgm:spPr>
        <a:ln w="3175"/>
      </dgm:spPr>
      <dgm:t>
        <a:bodyPr/>
        <a:lstStyle/>
        <a:p>
          <a:endParaRPr lang="en-US" sz="2800"/>
        </a:p>
      </dgm:t>
    </dgm:pt>
    <dgm:pt modelId="{EA111F39-A024-4AB2-977C-8988D99FEE4B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04</a:t>
          </a:r>
        </a:p>
      </dgm:t>
    </dgm:pt>
    <dgm:pt modelId="{677D4B4F-F54C-408A-B8A9-FB080E0A8B92}" type="parTrans" cxnId="{0ED10D25-2B43-4953-84C0-C0E9E9235DCD}">
      <dgm:prSet/>
      <dgm:spPr/>
      <dgm:t>
        <a:bodyPr/>
        <a:lstStyle/>
        <a:p>
          <a:endParaRPr lang="en-US"/>
        </a:p>
      </dgm:t>
    </dgm:pt>
    <dgm:pt modelId="{AA774F68-286C-419B-8B7D-02F83155FDF4}" type="sibTrans" cxnId="{0ED10D25-2B43-4953-84C0-C0E9E9235DCD}">
      <dgm:prSet/>
      <dgm:spPr>
        <a:ln w="3175"/>
      </dgm:spPr>
      <dgm:t>
        <a:bodyPr/>
        <a:lstStyle/>
        <a:p>
          <a:endParaRPr lang="en-US" sz="2800"/>
        </a:p>
      </dgm:t>
    </dgm:pt>
    <dgm:pt modelId="{B84CDA86-2342-4CD5-A2D0-3EE2D6B77400}">
      <dgm:prSet phldrT="[Text]" custT="1"/>
      <dgm:spPr>
        <a:ln w="3175"/>
      </dgm:spPr>
      <dgm:t>
        <a:bodyPr/>
        <a:lstStyle/>
        <a:p>
          <a:r>
            <a:rPr lang="en-US" sz="900" dirty="0"/>
            <a:t>05</a:t>
          </a:r>
        </a:p>
      </dgm:t>
    </dgm:pt>
    <dgm:pt modelId="{6D543B5E-EEF0-418E-B140-9726487CF57E}" type="parTrans" cxnId="{A8717369-5DD7-4FC7-8DA8-D37B79527841}">
      <dgm:prSet/>
      <dgm:spPr/>
      <dgm:t>
        <a:bodyPr/>
        <a:lstStyle/>
        <a:p>
          <a:endParaRPr lang="en-US"/>
        </a:p>
      </dgm:t>
    </dgm:pt>
    <dgm:pt modelId="{29F8A4A0-082D-4991-B443-0A8AFA42422B}" type="sibTrans" cxnId="{A8717369-5DD7-4FC7-8DA8-D37B79527841}">
      <dgm:prSet/>
      <dgm:spPr>
        <a:ln w="3175"/>
      </dgm:spPr>
      <dgm:t>
        <a:bodyPr/>
        <a:lstStyle/>
        <a:p>
          <a:endParaRPr lang="en-US" sz="2800"/>
        </a:p>
      </dgm:t>
    </dgm:pt>
    <dgm:pt modelId="{5625A0BA-3784-45B6-97EC-2096A47B399F}">
      <dgm:prSet phldrT="[Text]" custT="1"/>
      <dgm:spPr>
        <a:ln w="3175"/>
      </dgm:spPr>
      <dgm:t>
        <a:bodyPr/>
        <a:lstStyle/>
        <a:p>
          <a:r>
            <a:rPr lang="en-US" sz="900" dirty="0"/>
            <a:t>06</a:t>
          </a:r>
        </a:p>
      </dgm:t>
    </dgm:pt>
    <dgm:pt modelId="{51144210-2446-443F-A25F-970665996710}" type="parTrans" cxnId="{9546C045-C4C2-4C71-84A9-8821CE74D4A7}">
      <dgm:prSet/>
      <dgm:spPr/>
      <dgm:t>
        <a:bodyPr/>
        <a:lstStyle/>
        <a:p>
          <a:endParaRPr lang="en-US"/>
        </a:p>
      </dgm:t>
    </dgm:pt>
    <dgm:pt modelId="{A6D5980C-35E2-4AB0-8246-6AAB28C06B23}" type="sibTrans" cxnId="{9546C045-C4C2-4C71-84A9-8821CE74D4A7}">
      <dgm:prSet/>
      <dgm:spPr>
        <a:ln w="3175"/>
      </dgm:spPr>
      <dgm:t>
        <a:bodyPr/>
        <a:lstStyle/>
        <a:p>
          <a:endParaRPr lang="en-US" sz="2800"/>
        </a:p>
      </dgm:t>
    </dgm:pt>
    <dgm:pt modelId="{B2DF35EF-9BDC-40A7-BFCA-A1A3E1293144}">
      <dgm:prSet phldrT="[Text]" custT="1"/>
      <dgm:spPr>
        <a:ln w="3175"/>
      </dgm:spPr>
      <dgm:t>
        <a:bodyPr/>
        <a:lstStyle/>
        <a:p>
          <a:r>
            <a:rPr lang="en-US" sz="900" dirty="0"/>
            <a:t>07</a:t>
          </a:r>
        </a:p>
      </dgm:t>
    </dgm:pt>
    <dgm:pt modelId="{2769CC40-045F-4640-A563-15B6F6571048}" type="parTrans" cxnId="{C53B7F7A-3F7C-4500-9CAA-E1066ACD9201}">
      <dgm:prSet/>
      <dgm:spPr/>
      <dgm:t>
        <a:bodyPr/>
        <a:lstStyle/>
        <a:p>
          <a:endParaRPr lang="en-US"/>
        </a:p>
      </dgm:t>
    </dgm:pt>
    <dgm:pt modelId="{3515389E-A2D9-4A91-A416-D06FB2BCF4D7}" type="sibTrans" cxnId="{C53B7F7A-3F7C-4500-9CAA-E1066ACD9201}">
      <dgm:prSet/>
      <dgm:spPr>
        <a:ln w="3175"/>
      </dgm:spPr>
      <dgm:t>
        <a:bodyPr/>
        <a:lstStyle/>
        <a:p>
          <a:endParaRPr lang="en-US" sz="2800"/>
        </a:p>
      </dgm:t>
    </dgm:pt>
    <dgm:pt modelId="{868767A5-C3E4-4645-9C8D-69D5627043D3}">
      <dgm:prSet phldrT="[Text]" custT="1"/>
      <dgm:spPr>
        <a:ln w="3175"/>
      </dgm:spPr>
      <dgm:t>
        <a:bodyPr/>
        <a:lstStyle/>
        <a:p>
          <a:r>
            <a:rPr lang="en-US" sz="900" dirty="0"/>
            <a:t>08</a:t>
          </a:r>
        </a:p>
      </dgm:t>
    </dgm:pt>
    <dgm:pt modelId="{09A882C0-93B2-4C56-BE95-EDAAA5B0FF47}" type="parTrans" cxnId="{D30E7CF0-5B4B-40D3-96D0-383F887793FD}">
      <dgm:prSet/>
      <dgm:spPr/>
      <dgm:t>
        <a:bodyPr/>
        <a:lstStyle/>
        <a:p>
          <a:endParaRPr lang="en-US"/>
        </a:p>
      </dgm:t>
    </dgm:pt>
    <dgm:pt modelId="{BE0F9672-9967-4BB3-945A-82902934D4C9}" type="sibTrans" cxnId="{D30E7CF0-5B4B-40D3-96D0-383F887793FD}">
      <dgm:prSet/>
      <dgm:spPr>
        <a:ln w="3175"/>
      </dgm:spPr>
      <dgm:t>
        <a:bodyPr/>
        <a:lstStyle/>
        <a:p>
          <a:endParaRPr lang="en-US" sz="2800"/>
        </a:p>
      </dgm:t>
    </dgm:pt>
    <dgm:pt modelId="{9281F980-DBAB-4458-BA3E-080893361045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09</a:t>
          </a:r>
        </a:p>
      </dgm:t>
    </dgm:pt>
    <dgm:pt modelId="{FC98046A-08E0-48A4-B812-F4BADECAFB37}" type="parTrans" cxnId="{1F774BA2-9135-42D7-A6A7-1C39E6459835}">
      <dgm:prSet/>
      <dgm:spPr/>
      <dgm:t>
        <a:bodyPr/>
        <a:lstStyle/>
        <a:p>
          <a:endParaRPr lang="en-US"/>
        </a:p>
      </dgm:t>
    </dgm:pt>
    <dgm:pt modelId="{EE9F8E24-F686-4CD7-B40D-889B181D327C}" type="sibTrans" cxnId="{1F774BA2-9135-42D7-A6A7-1C39E6459835}">
      <dgm:prSet/>
      <dgm:spPr>
        <a:ln w="3175"/>
      </dgm:spPr>
      <dgm:t>
        <a:bodyPr/>
        <a:lstStyle/>
        <a:p>
          <a:endParaRPr lang="en-US" sz="2800"/>
        </a:p>
      </dgm:t>
    </dgm:pt>
    <dgm:pt modelId="{A895021A-1FC9-40D9-9A23-C05D673066F3}">
      <dgm:prSet phldrT="[Text]" custT="1"/>
      <dgm:spPr>
        <a:ln w="3175"/>
      </dgm:spPr>
      <dgm:t>
        <a:bodyPr/>
        <a:lstStyle/>
        <a:p>
          <a:r>
            <a:rPr lang="en-US" sz="900" dirty="0"/>
            <a:t>10</a:t>
          </a:r>
        </a:p>
      </dgm:t>
    </dgm:pt>
    <dgm:pt modelId="{ED7432BF-B985-48B1-B8F2-801A42157DE6}" type="parTrans" cxnId="{3D4E97EA-89D6-4F69-8109-635B0AF236FD}">
      <dgm:prSet/>
      <dgm:spPr/>
      <dgm:t>
        <a:bodyPr/>
        <a:lstStyle/>
        <a:p>
          <a:endParaRPr lang="en-US"/>
        </a:p>
      </dgm:t>
    </dgm:pt>
    <dgm:pt modelId="{C63CE439-C9A4-437A-AA24-C2B1C4D3EC13}" type="sibTrans" cxnId="{3D4E97EA-89D6-4F69-8109-635B0AF236FD}">
      <dgm:prSet/>
      <dgm:spPr>
        <a:ln w="3175"/>
      </dgm:spPr>
      <dgm:t>
        <a:bodyPr/>
        <a:lstStyle/>
        <a:p>
          <a:endParaRPr lang="en-US" sz="2800"/>
        </a:p>
      </dgm:t>
    </dgm:pt>
    <dgm:pt modelId="{EE1F149E-F983-420A-AE26-0CA291A969CC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11</a:t>
          </a:r>
        </a:p>
      </dgm:t>
    </dgm:pt>
    <dgm:pt modelId="{9B36F709-981A-4F1F-96A6-2972426A3A63}" type="parTrans" cxnId="{C4D13FB4-0FD1-48FF-AB4B-035F479BA4E7}">
      <dgm:prSet/>
      <dgm:spPr/>
      <dgm:t>
        <a:bodyPr/>
        <a:lstStyle/>
        <a:p>
          <a:endParaRPr lang="en-US"/>
        </a:p>
      </dgm:t>
    </dgm:pt>
    <dgm:pt modelId="{3FDD498B-C338-4F3C-9707-6A31F5EB9217}" type="sibTrans" cxnId="{C4D13FB4-0FD1-48FF-AB4B-035F479BA4E7}">
      <dgm:prSet/>
      <dgm:spPr>
        <a:ln w="3175"/>
      </dgm:spPr>
      <dgm:t>
        <a:bodyPr/>
        <a:lstStyle/>
        <a:p>
          <a:endParaRPr lang="en-US" sz="2800"/>
        </a:p>
      </dgm:t>
    </dgm:pt>
    <dgm:pt modelId="{3EBDEC13-B94B-424C-B6D8-E23828E29484}">
      <dgm:prSet phldrT="[Text]" custT="1"/>
      <dgm:spPr>
        <a:ln w="3175"/>
      </dgm:spPr>
      <dgm:t>
        <a:bodyPr/>
        <a:lstStyle/>
        <a:p>
          <a:r>
            <a:rPr lang="en-US" sz="900" dirty="0"/>
            <a:t>12</a:t>
          </a:r>
        </a:p>
      </dgm:t>
    </dgm:pt>
    <dgm:pt modelId="{4194DC5B-FCB2-47F2-A7AB-F8C802D2C380}" type="parTrans" cxnId="{EBC68FFD-0F35-4FBB-B798-DB0A754358E6}">
      <dgm:prSet/>
      <dgm:spPr/>
      <dgm:t>
        <a:bodyPr/>
        <a:lstStyle/>
        <a:p>
          <a:endParaRPr lang="en-US"/>
        </a:p>
      </dgm:t>
    </dgm:pt>
    <dgm:pt modelId="{910D43BF-2E12-4265-8F31-790375B138D8}" type="sibTrans" cxnId="{EBC68FFD-0F35-4FBB-B798-DB0A754358E6}">
      <dgm:prSet/>
      <dgm:spPr>
        <a:ln w="3175"/>
      </dgm:spPr>
      <dgm:t>
        <a:bodyPr/>
        <a:lstStyle/>
        <a:p>
          <a:endParaRPr lang="en-US" sz="2800"/>
        </a:p>
      </dgm:t>
    </dgm:pt>
    <dgm:pt modelId="{DB1B9677-421A-4935-8C22-9192CE87F0FF}">
      <dgm:prSet phldrT="[Text]" custT="1"/>
      <dgm:spPr>
        <a:ln w="3175"/>
      </dgm:spPr>
      <dgm:t>
        <a:bodyPr/>
        <a:lstStyle/>
        <a:p>
          <a:r>
            <a:rPr lang="en-US" sz="900" dirty="0"/>
            <a:t>13</a:t>
          </a:r>
        </a:p>
      </dgm:t>
    </dgm:pt>
    <dgm:pt modelId="{C1DA78D6-0CE1-41A2-A0EE-D8D11B345670}" type="parTrans" cxnId="{1A792AAE-2086-4C09-9299-F978E6D076E1}">
      <dgm:prSet/>
      <dgm:spPr/>
      <dgm:t>
        <a:bodyPr/>
        <a:lstStyle/>
        <a:p>
          <a:endParaRPr lang="en-US"/>
        </a:p>
      </dgm:t>
    </dgm:pt>
    <dgm:pt modelId="{8BCD7E9B-E908-4EDF-8514-EDD1DB17AEBC}" type="sibTrans" cxnId="{1A792AAE-2086-4C09-9299-F978E6D076E1}">
      <dgm:prSet/>
      <dgm:spPr>
        <a:ln w="3175"/>
      </dgm:spPr>
      <dgm:t>
        <a:bodyPr/>
        <a:lstStyle/>
        <a:p>
          <a:endParaRPr lang="en-US" sz="2800"/>
        </a:p>
      </dgm:t>
    </dgm:pt>
    <dgm:pt modelId="{939662E8-1580-40AE-9B6C-323E8300E63E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14</a:t>
          </a:r>
        </a:p>
      </dgm:t>
    </dgm:pt>
    <dgm:pt modelId="{A9B8F123-7BAB-41C3-840A-4F646C50888F}" type="parTrans" cxnId="{9576AAAE-58F2-424F-B8E3-B337460ABDE1}">
      <dgm:prSet/>
      <dgm:spPr/>
      <dgm:t>
        <a:bodyPr/>
        <a:lstStyle/>
        <a:p>
          <a:endParaRPr lang="en-US"/>
        </a:p>
      </dgm:t>
    </dgm:pt>
    <dgm:pt modelId="{122F0F2A-9D73-4F96-9BEF-3D5D0F3739CC}" type="sibTrans" cxnId="{9576AAAE-58F2-424F-B8E3-B337460ABDE1}">
      <dgm:prSet/>
      <dgm:spPr>
        <a:ln w="3175"/>
      </dgm:spPr>
      <dgm:t>
        <a:bodyPr/>
        <a:lstStyle/>
        <a:p>
          <a:endParaRPr lang="en-US" sz="2800"/>
        </a:p>
      </dgm:t>
    </dgm:pt>
    <dgm:pt modelId="{A8370C54-57BB-4D77-84F2-21B7BBCB8CD1}">
      <dgm:prSet phldrT="[Text]" custT="1"/>
      <dgm:spPr>
        <a:ln w="3175"/>
      </dgm:spPr>
      <dgm:t>
        <a:bodyPr/>
        <a:lstStyle/>
        <a:p>
          <a:r>
            <a:rPr lang="en-US" sz="900" dirty="0"/>
            <a:t>15</a:t>
          </a:r>
        </a:p>
      </dgm:t>
    </dgm:pt>
    <dgm:pt modelId="{2A095022-B111-4BF4-8A3A-F583A99A0136}" type="parTrans" cxnId="{F90BA62E-E794-48A5-8857-5262442DCA4D}">
      <dgm:prSet/>
      <dgm:spPr/>
      <dgm:t>
        <a:bodyPr/>
        <a:lstStyle/>
        <a:p>
          <a:endParaRPr lang="en-US"/>
        </a:p>
      </dgm:t>
    </dgm:pt>
    <dgm:pt modelId="{3D64D77A-FD09-4D3C-876D-C0CB137E62CD}" type="sibTrans" cxnId="{F90BA62E-E794-48A5-8857-5262442DCA4D}">
      <dgm:prSet/>
      <dgm:spPr>
        <a:ln w="3175"/>
      </dgm:spPr>
      <dgm:t>
        <a:bodyPr/>
        <a:lstStyle/>
        <a:p>
          <a:endParaRPr lang="en-US" sz="2800"/>
        </a:p>
      </dgm:t>
    </dgm:pt>
    <dgm:pt modelId="{83672DD1-994D-4D7A-9A37-481E9664950D}">
      <dgm:prSet phldrT="[Text]" custT="1"/>
      <dgm:spPr>
        <a:ln w="3175"/>
      </dgm:spPr>
      <dgm:t>
        <a:bodyPr/>
        <a:lstStyle/>
        <a:p>
          <a:r>
            <a:rPr lang="en-US" sz="900" dirty="0"/>
            <a:t>16</a:t>
          </a:r>
        </a:p>
      </dgm:t>
    </dgm:pt>
    <dgm:pt modelId="{DDC0B2F7-016B-4613-8A55-5AA6A2FDE60C}" type="parTrans" cxnId="{88623BD7-0B78-4848-B319-4C616239BAB7}">
      <dgm:prSet/>
      <dgm:spPr/>
      <dgm:t>
        <a:bodyPr/>
        <a:lstStyle/>
        <a:p>
          <a:endParaRPr lang="en-US"/>
        </a:p>
      </dgm:t>
    </dgm:pt>
    <dgm:pt modelId="{B40BDC04-4CE6-4D7E-9F97-0E08939E39C6}" type="sibTrans" cxnId="{88623BD7-0B78-4848-B319-4C616239BAB7}">
      <dgm:prSet/>
      <dgm:spPr>
        <a:ln w="3175"/>
      </dgm:spPr>
      <dgm:t>
        <a:bodyPr/>
        <a:lstStyle/>
        <a:p>
          <a:endParaRPr lang="en-US" sz="2800"/>
        </a:p>
      </dgm:t>
    </dgm:pt>
    <dgm:pt modelId="{FB04C0DC-EAE0-413B-AB0C-0534D7083871}">
      <dgm:prSet phldrT="[Text]" custT="1"/>
      <dgm:spPr>
        <a:ln w="3175"/>
      </dgm:spPr>
      <dgm:t>
        <a:bodyPr/>
        <a:lstStyle/>
        <a:p>
          <a:r>
            <a:rPr lang="en-US" sz="900" dirty="0"/>
            <a:t>17</a:t>
          </a:r>
        </a:p>
      </dgm:t>
    </dgm:pt>
    <dgm:pt modelId="{3EEDB1CF-A50E-4C9A-8150-B0451961C9D5}" type="parTrans" cxnId="{1026074B-CC37-4BE4-828F-B18EFD1D274C}">
      <dgm:prSet/>
      <dgm:spPr/>
      <dgm:t>
        <a:bodyPr/>
        <a:lstStyle/>
        <a:p>
          <a:endParaRPr lang="en-US"/>
        </a:p>
      </dgm:t>
    </dgm:pt>
    <dgm:pt modelId="{5F59E52A-EEFC-4001-A3E3-1E6D1568133C}" type="sibTrans" cxnId="{1026074B-CC37-4BE4-828F-B18EFD1D274C}">
      <dgm:prSet/>
      <dgm:spPr>
        <a:ln w="3175"/>
      </dgm:spPr>
      <dgm:t>
        <a:bodyPr/>
        <a:lstStyle/>
        <a:p>
          <a:endParaRPr lang="en-US" sz="2800"/>
        </a:p>
      </dgm:t>
    </dgm:pt>
    <dgm:pt modelId="{BAB1302C-DD81-4AE2-A8FB-5C6A8E8133E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18</a:t>
          </a:r>
        </a:p>
      </dgm:t>
    </dgm:pt>
    <dgm:pt modelId="{B37CBE12-A1DC-48AE-9D35-BC5397163DD3}" type="parTrans" cxnId="{0B4ECD0A-BE7F-46F0-9F93-AB82BB4736EF}">
      <dgm:prSet/>
      <dgm:spPr/>
      <dgm:t>
        <a:bodyPr/>
        <a:lstStyle/>
        <a:p>
          <a:endParaRPr lang="en-US"/>
        </a:p>
      </dgm:t>
    </dgm:pt>
    <dgm:pt modelId="{E18762FF-2354-4F30-90ED-6FBC8FFF9078}" type="sibTrans" cxnId="{0B4ECD0A-BE7F-46F0-9F93-AB82BB4736EF}">
      <dgm:prSet/>
      <dgm:spPr>
        <a:ln w="3175"/>
      </dgm:spPr>
      <dgm:t>
        <a:bodyPr/>
        <a:lstStyle/>
        <a:p>
          <a:endParaRPr lang="en-US" sz="2800"/>
        </a:p>
      </dgm:t>
    </dgm:pt>
    <dgm:pt modelId="{A69216B9-B887-4EAA-9118-9814BCE4A626}">
      <dgm:prSet phldrT="[Text]" custT="1"/>
      <dgm:spPr>
        <a:ln w="3175"/>
      </dgm:spPr>
      <dgm:t>
        <a:bodyPr/>
        <a:lstStyle/>
        <a:p>
          <a:r>
            <a:rPr lang="en-US" sz="900" dirty="0"/>
            <a:t>19</a:t>
          </a:r>
        </a:p>
      </dgm:t>
    </dgm:pt>
    <dgm:pt modelId="{1D5DB990-5536-4125-944D-02ECBBA33DE4}" type="parTrans" cxnId="{07A50D78-6639-4A33-A74B-7706837DD05D}">
      <dgm:prSet/>
      <dgm:spPr/>
      <dgm:t>
        <a:bodyPr/>
        <a:lstStyle/>
        <a:p>
          <a:endParaRPr lang="en-US"/>
        </a:p>
      </dgm:t>
    </dgm:pt>
    <dgm:pt modelId="{EC947020-A574-4203-9CD7-6728E8A1F218}" type="sibTrans" cxnId="{07A50D78-6639-4A33-A74B-7706837DD05D}">
      <dgm:prSet/>
      <dgm:spPr>
        <a:ln w="3175"/>
      </dgm:spPr>
      <dgm:t>
        <a:bodyPr/>
        <a:lstStyle/>
        <a:p>
          <a:endParaRPr lang="en-US" sz="2800"/>
        </a:p>
      </dgm:t>
    </dgm:pt>
    <dgm:pt modelId="{76B5D27C-739F-4BE1-BB49-1559BF61D55D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20</a:t>
          </a:r>
        </a:p>
      </dgm:t>
    </dgm:pt>
    <dgm:pt modelId="{2119873A-C3A9-416C-A97E-7FBD1FC98807}" type="parTrans" cxnId="{1930D50E-D92E-4107-B01A-44265EC00184}">
      <dgm:prSet/>
      <dgm:spPr/>
      <dgm:t>
        <a:bodyPr/>
        <a:lstStyle/>
        <a:p>
          <a:endParaRPr lang="en-US"/>
        </a:p>
      </dgm:t>
    </dgm:pt>
    <dgm:pt modelId="{C55123D5-8763-48CB-8093-D52598355663}" type="sibTrans" cxnId="{1930D50E-D92E-4107-B01A-44265EC00184}">
      <dgm:prSet/>
      <dgm:spPr>
        <a:ln w="3175"/>
      </dgm:spPr>
      <dgm:t>
        <a:bodyPr/>
        <a:lstStyle/>
        <a:p>
          <a:endParaRPr lang="en-US" sz="2800"/>
        </a:p>
      </dgm:t>
    </dgm:pt>
    <dgm:pt modelId="{35385F59-FD3A-4E0E-806D-0D171FD73B60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21</a:t>
          </a:r>
        </a:p>
      </dgm:t>
    </dgm:pt>
    <dgm:pt modelId="{567BD894-944E-4EF2-8D98-51536C8E1C83}" type="parTrans" cxnId="{9FC3C574-02ED-4232-A01F-9EB4AFF41996}">
      <dgm:prSet/>
      <dgm:spPr/>
      <dgm:t>
        <a:bodyPr/>
        <a:lstStyle/>
        <a:p>
          <a:endParaRPr lang="en-US"/>
        </a:p>
      </dgm:t>
    </dgm:pt>
    <dgm:pt modelId="{6D67EEEA-04ED-4D88-A526-8907150BA8B9}" type="sibTrans" cxnId="{9FC3C574-02ED-4232-A01F-9EB4AFF41996}">
      <dgm:prSet/>
      <dgm:spPr>
        <a:ln w="3175"/>
      </dgm:spPr>
      <dgm:t>
        <a:bodyPr/>
        <a:lstStyle/>
        <a:p>
          <a:endParaRPr lang="en-US" sz="2800"/>
        </a:p>
      </dgm:t>
    </dgm:pt>
    <dgm:pt modelId="{4386FCAA-717C-484A-8040-46E0C7874DC0}">
      <dgm:prSet phldrT="[Text]" custT="1"/>
      <dgm:spPr>
        <a:ln w="3175"/>
      </dgm:spPr>
      <dgm:t>
        <a:bodyPr/>
        <a:lstStyle/>
        <a:p>
          <a:r>
            <a:rPr lang="en-US" sz="900" dirty="0"/>
            <a:t>22</a:t>
          </a:r>
        </a:p>
      </dgm:t>
    </dgm:pt>
    <dgm:pt modelId="{7B2FE6D5-2676-445F-AC55-28FB452BBC94}" type="parTrans" cxnId="{16A34594-33A6-4493-BA23-38BF5100BDF4}">
      <dgm:prSet/>
      <dgm:spPr/>
      <dgm:t>
        <a:bodyPr/>
        <a:lstStyle/>
        <a:p>
          <a:endParaRPr lang="en-US"/>
        </a:p>
      </dgm:t>
    </dgm:pt>
    <dgm:pt modelId="{1D060F47-F191-4433-AAC1-B798E8CB1418}" type="sibTrans" cxnId="{16A34594-33A6-4493-BA23-38BF5100BDF4}">
      <dgm:prSet/>
      <dgm:spPr>
        <a:ln w="3175"/>
      </dgm:spPr>
      <dgm:t>
        <a:bodyPr/>
        <a:lstStyle/>
        <a:p>
          <a:endParaRPr lang="en-US" sz="2800"/>
        </a:p>
      </dgm:t>
    </dgm:pt>
    <dgm:pt modelId="{BB217A16-9AF2-4D4B-B615-1E19EDAD0C53}">
      <dgm:prSet phldrT="[Text]" custT="1"/>
      <dgm:spPr>
        <a:ln w="3175"/>
      </dgm:spPr>
      <dgm:t>
        <a:bodyPr/>
        <a:lstStyle/>
        <a:p>
          <a:r>
            <a:rPr lang="en-US" sz="900" dirty="0"/>
            <a:t>23</a:t>
          </a:r>
        </a:p>
      </dgm:t>
    </dgm:pt>
    <dgm:pt modelId="{C1AA23A3-532B-4317-BA6C-EB24CD6F69A6}" type="parTrans" cxnId="{D864FDE6-AE68-4123-A8AA-7FC1D1294C03}">
      <dgm:prSet/>
      <dgm:spPr/>
      <dgm:t>
        <a:bodyPr/>
        <a:lstStyle/>
        <a:p>
          <a:endParaRPr lang="en-US"/>
        </a:p>
      </dgm:t>
    </dgm:pt>
    <dgm:pt modelId="{C0983ED0-8E1A-4C36-9B3F-D751B585C5F1}" type="sibTrans" cxnId="{D864FDE6-AE68-4123-A8AA-7FC1D1294C03}">
      <dgm:prSet/>
      <dgm:spPr>
        <a:ln w="3175"/>
      </dgm:spPr>
      <dgm:t>
        <a:bodyPr/>
        <a:lstStyle/>
        <a:p>
          <a:endParaRPr lang="en-US" sz="2800"/>
        </a:p>
      </dgm:t>
    </dgm:pt>
    <dgm:pt modelId="{79F5EE38-222D-4BAC-ABC2-B06CAE63135B}">
      <dgm:prSet phldrT="[Text]" custT="1"/>
      <dgm:spPr>
        <a:ln w="3175"/>
      </dgm:spPr>
      <dgm:t>
        <a:bodyPr/>
        <a:lstStyle/>
        <a:p>
          <a:r>
            <a:rPr lang="en-US" sz="900" dirty="0"/>
            <a:t>24</a:t>
          </a:r>
        </a:p>
      </dgm:t>
    </dgm:pt>
    <dgm:pt modelId="{3ADBA506-0986-4716-88E4-2981DF0CE09F}" type="parTrans" cxnId="{0C29EC76-D4AC-4DC4-9D40-265DA37EAA2C}">
      <dgm:prSet/>
      <dgm:spPr/>
      <dgm:t>
        <a:bodyPr/>
        <a:lstStyle/>
        <a:p>
          <a:endParaRPr lang="en-US"/>
        </a:p>
      </dgm:t>
    </dgm:pt>
    <dgm:pt modelId="{6C9FBB1A-9ABC-41ED-8500-19720D0A6187}" type="sibTrans" cxnId="{0C29EC76-D4AC-4DC4-9D40-265DA37EAA2C}">
      <dgm:prSet/>
      <dgm:spPr>
        <a:ln w="3175"/>
      </dgm:spPr>
      <dgm:t>
        <a:bodyPr/>
        <a:lstStyle/>
        <a:p>
          <a:endParaRPr lang="en-US" sz="2800"/>
        </a:p>
      </dgm:t>
    </dgm:pt>
    <dgm:pt modelId="{49E309A8-4ACE-4E24-9468-1B63E3F6A1C8}">
      <dgm:prSet phldrT="[Text]" custT="1"/>
      <dgm:spPr>
        <a:ln w="3175"/>
      </dgm:spPr>
      <dgm:t>
        <a:bodyPr/>
        <a:lstStyle/>
        <a:p>
          <a:r>
            <a:rPr lang="en-US" sz="900" dirty="0"/>
            <a:t>25</a:t>
          </a:r>
        </a:p>
      </dgm:t>
    </dgm:pt>
    <dgm:pt modelId="{D6C68469-A6BE-45BF-A540-5A9AD7D1FDCC}" type="parTrans" cxnId="{C49149D8-B800-4423-B48C-40A1637857E9}">
      <dgm:prSet/>
      <dgm:spPr/>
      <dgm:t>
        <a:bodyPr/>
        <a:lstStyle/>
        <a:p>
          <a:endParaRPr lang="en-US"/>
        </a:p>
      </dgm:t>
    </dgm:pt>
    <dgm:pt modelId="{7115A82F-A0CA-47E6-9A40-2F50E0CCCA35}" type="sibTrans" cxnId="{C49149D8-B800-4423-B48C-40A1637857E9}">
      <dgm:prSet/>
      <dgm:spPr>
        <a:ln w="3175"/>
      </dgm:spPr>
      <dgm:t>
        <a:bodyPr/>
        <a:lstStyle/>
        <a:p>
          <a:endParaRPr lang="en-US" sz="2800"/>
        </a:p>
      </dgm:t>
    </dgm:pt>
    <dgm:pt modelId="{D02FAA77-956C-45D2-8464-ED2559956DD2}">
      <dgm:prSet phldrT="[Text]" custT="1"/>
      <dgm:spPr>
        <a:ln w="3175"/>
      </dgm:spPr>
      <dgm:t>
        <a:bodyPr/>
        <a:lstStyle/>
        <a:p>
          <a:r>
            <a:rPr lang="en-US" sz="900" dirty="0"/>
            <a:t>26</a:t>
          </a:r>
        </a:p>
      </dgm:t>
    </dgm:pt>
    <dgm:pt modelId="{C79E506C-53D3-4E39-8681-67DEA5CADD14}" type="parTrans" cxnId="{9751F274-5EE9-4DEF-9205-CAB8BEE9F26A}">
      <dgm:prSet/>
      <dgm:spPr/>
      <dgm:t>
        <a:bodyPr/>
        <a:lstStyle/>
        <a:p>
          <a:endParaRPr lang="en-US"/>
        </a:p>
      </dgm:t>
    </dgm:pt>
    <dgm:pt modelId="{AC94AC6E-FC58-470F-95C8-F928ABB93594}" type="sibTrans" cxnId="{9751F274-5EE9-4DEF-9205-CAB8BEE9F26A}">
      <dgm:prSet/>
      <dgm:spPr>
        <a:ln w="3175"/>
      </dgm:spPr>
      <dgm:t>
        <a:bodyPr/>
        <a:lstStyle/>
        <a:p>
          <a:endParaRPr lang="en-US" sz="2800"/>
        </a:p>
      </dgm:t>
    </dgm:pt>
    <dgm:pt modelId="{BA2EC476-731E-4903-8F01-CC5FC637BFFF}">
      <dgm:prSet phldrT="[Text]" custT="1"/>
      <dgm:spPr>
        <a:ln w="3175"/>
      </dgm:spPr>
      <dgm:t>
        <a:bodyPr/>
        <a:lstStyle/>
        <a:p>
          <a:r>
            <a:rPr lang="en-US" sz="900" dirty="0"/>
            <a:t>27</a:t>
          </a:r>
        </a:p>
      </dgm:t>
    </dgm:pt>
    <dgm:pt modelId="{1E93F294-9191-4F3C-8C73-307BDA462CD8}" type="parTrans" cxnId="{DDAE6729-4ABF-4BA0-9066-ABCD3045B768}">
      <dgm:prSet/>
      <dgm:spPr/>
      <dgm:t>
        <a:bodyPr/>
        <a:lstStyle/>
        <a:p>
          <a:endParaRPr lang="en-US"/>
        </a:p>
      </dgm:t>
    </dgm:pt>
    <dgm:pt modelId="{C81C93CF-4ABC-443A-B46F-7B67B7A103B0}" type="sibTrans" cxnId="{DDAE6729-4ABF-4BA0-9066-ABCD3045B768}">
      <dgm:prSet/>
      <dgm:spPr>
        <a:ln w="3175"/>
      </dgm:spPr>
      <dgm:t>
        <a:bodyPr/>
        <a:lstStyle/>
        <a:p>
          <a:endParaRPr lang="en-US" sz="2800"/>
        </a:p>
      </dgm:t>
    </dgm:pt>
    <dgm:pt modelId="{48A59AEC-96FC-49B4-88EA-A3EB39384894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28</a:t>
          </a:r>
        </a:p>
      </dgm:t>
    </dgm:pt>
    <dgm:pt modelId="{C44A88B5-B9C3-46DA-9DED-FD4A07327DFA}" type="parTrans" cxnId="{E4A6BC44-AE44-4BA5-B6D3-1BCE6AE0F149}">
      <dgm:prSet/>
      <dgm:spPr/>
      <dgm:t>
        <a:bodyPr/>
        <a:lstStyle/>
        <a:p>
          <a:endParaRPr lang="en-US"/>
        </a:p>
      </dgm:t>
    </dgm:pt>
    <dgm:pt modelId="{B7A4C8FA-340E-486F-81D8-FF544AB43A4E}" type="sibTrans" cxnId="{E4A6BC44-AE44-4BA5-B6D3-1BCE6AE0F149}">
      <dgm:prSet/>
      <dgm:spPr>
        <a:ln w="3175"/>
      </dgm:spPr>
      <dgm:t>
        <a:bodyPr/>
        <a:lstStyle/>
        <a:p>
          <a:endParaRPr lang="en-US" sz="2800"/>
        </a:p>
      </dgm:t>
    </dgm:pt>
    <dgm:pt modelId="{0C32458D-E832-48BB-9259-B17D8D2F155B}">
      <dgm:prSet phldrT="[Text]" custT="1"/>
      <dgm:spPr>
        <a:ln w="3175"/>
      </dgm:spPr>
      <dgm:t>
        <a:bodyPr/>
        <a:lstStyle/>
        <a:p>
          <a:r>
            <a:rPr lang="en-US" sz="900" dirty="0"/>
            <a:t>29</a:t>
          </a:r>
        </a:p>
      </dgm:t>
    </dgm:pt>
    <dgm:pt modelId="{4243369C-ADCF-43E1-B70D-7FEE941604AC}" type="parTrans" cxnId="{CA98B5B7-867D-41B4-A452-B4FC72D3A4DD}">
      <dgm:prSet/>
      <dgm:spPr/>
      <dgm:t>
        <a:bodyPr/>
        <a:lstStyle/>
        <a:p>
          <a:endParaRPr lang="en-US"/>
        </a:p>
      </dgm:t>
    </dgm:pt>
    <dgm:pt modelId="{DF88F8CF-9279-4F9F-A099-1B4E96148323}" type="sibTrans" cxnId="{CA98B5B7-867D-41B4-A452-B4FC72D3A4DD}">
      <dgm:prSet/>
      <dgm:spPr>
        <a:ln w="3175"/>
      </dgm:spPr>
      <dgm:t>
        <a:bodyPr/>
        <a:lstStyle/>
        <a:p>
          <a:endParaRPr lang="en-US" sz="2800"/>
        </a:p>
      </dgm:t>
    </dgm:pt>
    <dgm:pt modelId="{553BEC81-A978-430C-80DA-1DF185989AAF}">
      <dgm:prSet phldrT="[Text]" custT="1"/>
      <dgm:spPr>
        <a:ln w="3175"/>
      </dgm:spPr>
      <dgm:t>
        <a:bodyPr/>
        <a:lstStyle/>
        <a:p>
          <a:r>
            <a:rPr lang="en-US" sz="900" dirty="0"/>
            <a:t>30</a:t>
          </a:r>
        </a:p>
      </dgm:t>
    </dgm:pt>
    <dgm:pt modelId="{F967C4E0-84B8-4DD8-94B3-652A70C1E617}" type="parTrans" cxnId="{FE5DE3E6-FC91-4656-85E4-45B335D2DABB}">
      <dgm:prSet/>
      <dgm:spPr/>
      <dgm:t>
        <a:bodyPr/>
        <a:lstStyle/>
        <a:p>
          <a:endParaRPr lang="en-US"/>
        </a:p>
      </dgm:t>
    </dgm:pt>
    <dgm:pt modelId="{E48A52DD-C72D-4935-A10C-8179C47FCC6E}" type="sibTrans" cxnId="{FE5DE3E6-FC91-4656-85E4-45B335D2DABB}">
      <dgm:prSet/>
      <dgm:spPr/>
      <dgm:t>
        <a:bodyPr/>
        <a:lstStyle/>
        <a:p>
          <a:endParaRPr lang="en-US"/>
        </a:p>
      </dgm:t>
    </dgm:pt>
    <dgm:pt modelId="{E4888B1B-2BE2-4790-B9ED-71F3187B9F21}">
      <dgm:prSet phldrT="[Text]" custT="1"/>
      <dgm:spPr>
        <a:ln w="3175"/>
      </dgm:spPr>
      <dgm:t>
        <a:bodyPr/>
        <a:lstStyle/>
        <a:p>
          <a:r>
            <a:rPr lang="en-US" sz="900" dirty="0"/>
            <a:t>31</a:t>
          </a:r>
        </a:p>
      </dgm:t>
    </dgm:pt>
    <dgm:pt modelId="{73C1ADEF-47C9-4674-A811-66907754D373}" type="parTrans" cxnId="{361C1845-B91F-4C24-B652-323E1165FD8F}">
      <dgm:prSet/>
      <dgm:spPr/>
      <dgm:t>
        <a:bodyPr/>
        <a:lstStyle/>
        <a:p>
          <a:endParaRPr lang="en-US"/>
        </a:p>
      </dgm:t>
    </dgm:pt>
    <dgm:pt modelId="{E1A72A0C-6E1A-4616-AA17-2E6AC02A1850}" type="sibTrans" cxnId="{361C1845-B91F-4C24-B652-323E1165FD8F}">
      <dgm:prSet/>
      <dgm:spPr/>
      <dgm:t>
        <a:bodyPr/>
        <a:lstStyle/>
        <a:p>
          <a:endParaRPr lang="en-US"/>
        </a:p>
      </dgm:t>
    </dgm:pt>
    <dgm:pt modelId="{EFAE7302-6632-4D60-A96D-23F394241DE4}" type="pres">
      <dgm:prSet presAssocID="{B3F6A2BA-40B6-4187-AFF8-F8F9AF80E7F9}" presName="cycle" presStyleCnt="0">
        <dgm:presLayoutVars>
          <dgm:dir/>
          <dgm:resizeHandles val="exact"/>
        </dgm:presLayoutVars>
      </dgm:prSet>
      <dgm:spPr/>
    </dgm:pt>
    <dgm:pt modelId="{37F6FC54-D545-444E-B19E-55F8864057C9}" type="pres">
      <dgm:prSet presAssocID="{CB7A3099-1224-4ECB-902C-396EC7BA7968}" presName="node" presStyleLbl="node1" presStyleIdx="0" presStyleCnt="32" custScaleX="126252" custScaleY="110804">
        <dgm:presLayoutVars>
          <dgm:bulletEnabled val="1"/>
        </dgm:presLayoutVars>
      </dgm:prSet>
      <dgm:spPr/>
    </dgm:pt>
    <dgm:pt modelId="{F73F8756-B089-4C69-872B-9C77B1D2E9B9}" type="pres">
      <dgm:prSet presAssocID="{CB7A3099-1224-4ECB-902C-396EC7BA7968}" presName="spNode" presStyleCnt="0"/>
      <dgm:spPr/>
    </dgm:pt>
    <dgm:pt modelId="{990317AE-40E7-4E24-A709-5C1E3D7DF428}" type="pres">
      <dgm:prSet presAssocID="{50D7F308-47D9-4906-97CC-2D84909FC247}" presName="sibTrans" presStyleLbl="sibTrans1D1" presStyleIdx="0" presStyleCnt="32" custScaleX="2000000" custScaleY="2000000"/>
      <dgm:spPr/>
    </dgm:pt>
    <dgm:pt modelId="{0A74DD1F-BEEA-4E1C-A32C-B77C043FA489}" type="pres">
      <dgm:prSet presAssocID="{05255914-D32A-40B4-8C21-212024189328}" presName="node" presStyleLbl="node1" presStyleIdx="1" presStyleCnt="32" custScaleX="126252" custScaleY="110804">
        <dgm:presLayoutVars>
          <dgm:bulletEnabled val="1"/>
        </dgm:presLayoutVars>
      </dgm:prSet>
      <dgm:spPr/>
    </dgm:pt>
    <dgm:pt modelId="{33AA3025-9FF4-4436-AD56-351C2AA3B91C}" type="pres">
      <dgm:prSet presAssocID="{05255914-D32A-40B4-8C21-212024189328}" presName="spNode" presStyleCnt="0"/>
      <dgm:spPr/>
    </dgm:pt>
    <dgm:pt modelId="{53232857-986B-4378-8600-83D67A96D1FC}" type="pres">
      <dgm:prSet presAssocID="{DF2D58BB-B07E-4427-B0B4-7328C7A546CF}" presName="sibTrans" presStyleLbl="sibTrans1D1" presStyleIdx="1" presStyleCnt="32" custScaleX="2000000" custScaleY="2000000"/>
      <dgm:spPr/>
    </dgm:pt>
    <dgm:pt modelId="{B79BDE4E-122F-4949-877A-51460124312E}" type="pres">
      <dgm:prSet presAssocID="{CF291975-5B89-42C1-A954-78B0363C5805}" presName="node" presStyleLbl="node1" presStyleIdx="2" presStyleCnt="32" custScaleX="126252" custScaleY="110804">
        <dgm:presLayoutVars>
          <dgm:bulletEnabled val="1"/>
        </dgm:presLayoutVars>
      </dgm:prSet>
      <dgm:spPr/>
    </dgm:pt>
    <dgm:pt modelId="{E5A97052-E50B-4364-B8F3-C5BB55C62E43}" type="pres">
      <dgm:prSet presAssocID="{CF291975-5B89-42C1-A954-78B0363C5805}" presName="spNode" presStyleCnt="0"/>
      <dgm:spPr/>
    </dgm:pt>
    <dgm:pt modelId="{C1FBA839-DD16-4EA3-AA23-4F09E108C25C}" type="pres">
      <dgm:prSet presAssocID="{BB5988A9-792F-4F35-BF7A-F0D97FB3530B}" presName="sibTrans" presStyleLbl="sibTrans1D1" presStyleIdx="2" presStyleCnt="32" custScaleX="2000000" custScaleY="2000000"/>
      <dgm:spPr/>
    </dgm:pt>
    <dgm:pt modelId="{47D8252C-7210-4124-986D-C5A27EC7BB38}" type="pres">
      <dgm:prSet presAssocID="{0F1EED64-1422-4916-86A1-6EC539D1088A}" presName="node" presStyleLbl="node1" presStyleIdx="3" presStyleCnt="32" custScaleX="126252" custScaleY="110804">
        <dgm:presLayoutVars>
          <dgm:bulletEnabled val="1"/>
        </dgm:presLayoutVars>
      </dgm:prSet>
      <dgm:spPr/>
    </dgm:pt>
    <dgm:pt modelId="{49128025-155A-4115-B8B9-1A751CA1730C}" type="pres">
      <dgm:prSet presAssocID="{0F1EED64-1422-4916-86A1-6EC539D1088A}" presName="spNode" presStyleCnt="0"/>
      <dgm:spPr/>
    </dgm:pt>
    <dgm:pt modelId="{9A5BE75C-4E4D-435D-8920-9E32832F465D}" type="pres">
      <dgm:prSet presAssocID="{C682A7C4-7A1C-44E3-9B83-DF842E56DA03}" presName="sibTrans" presStyleLbl="sibTrans1D1" presStyleIdx="3" presStyleCnt="32" custScaleX="2000000" custScaleY="2000000"/>
      <dgm:spPr/>
    </dgm:pt>
    <dgm:pt modelId="{E213AD56-109D-4571-A0B0-1181C7025370}" type="pres">
      <dgm:prSet presAssocID="{EA111F39-A024-4AB2-977C-8988D99FEE4B}" presName="node" presStyleLbl="node1" presStyleIdx="4" presStyleCnt="32" custScaleX="126252" custScaleY="110804">
        <dgm:presLayoutVars>
          <dgm:bulletEnabled val="1"/>
        </dgm:presLayoutVars>
      </dgm:prSet>
      <dgm:spPr/>
    </dgm:pt>
    <dgm:pt modelId="{41190AB1-8428-4DEE-ADF0-BAC788A0917C}" type="pres">
      <dgm:prSet presAssocID="{EA111F39-A024-4AB2-977C-8988D99FEE4B}" presName="spNode" presStyleCnt="0"/>
      <dgm:spPr/>
    </dgm:pt>
    <dgm:pt modelId="{3E6F2280-A61F-493F-991B-F51BCDF11010}" type="pres">
      <dgm:prSet presAssocID="{AA774F68-286C-419B-8B7D-02F83155FDF4}" presName="sibTrans" presStyleLbl="sibTrans1D1" presStyleIdx="4" presStyleCnt="32" custScaleX="2000000" custScaleY="2000000"/>
      <dgm:spPr/>
    </dgm:pt>
    <dgm:pt modelId="{D0E1629B-81D1-410E-AE41-A68200AAD38A}" type="pres">
      <dgm:prSet presAssocID="{B84CDA86-2342-4CD5-A2D0-3EE2D6B77400}" presName="node" presStyleLbl="node1" presStyleIdx="5" presStyleCnt="32" custScaleX="126252" custScaleY="110804">
        <dgm:presLayoutVars>
          <dgm:bulletEnabled val="1"/>
        </dgm:presLayoutVars>
      </dgm:prSet>
      <dgm:spPr/>
    </dgm:pt>
    <dgm:pt modelId="{98736DC7-D98D-4E78-942E-3E553CB51665}" type="pres">
      <dgm:prSet presAssocID="{B84CDA86-2342-4CD5-A2D0-3EE2D6B77400}" presName="spNode" presStyleCnt="0"/>
      <dgm:spPr/>
    </dgm:pt>
    <dgm:pt modelId="{896B2AF0-997F-4A3D-95E9-687AEE393215}" type="pres">
      <dgm:prSet presAssocID="{29F8A4A0-082D-4991-B443-0A8AFA42422B}" presName="sibTrans" presStyleLbl="sibTrans1D1" presStyleIdx="5" presStyleCnt="32" custScaleX="2000000" custScaleY="2000000"/>
      <dgm:spPr/>
    </dgm:pt>
    <dgm:pt modelId="{BC51FB21-3AAD-464F-AB4E-68130F6D9956}" type="pres">
      <dgm:prSet presAssocID="{5625A0BA-3784-45B6-97EC-2096A47B399F}" presName="node" presStyleLbl="node1" presStyleIdx="6" presStyleCnt="32" custScaleX="126252" custScaleY="110804">
        <dgm:presLayoutVars>
          <dgm:bulletEnabled val="1"/>
        </dgm:presLayoutVars>
      </dgm:prSet>
      <dgm:spPr/>
    </dgm:pt>
    <dgm:pt modelId="{678D2501-9B9B-4053-8341-251711D30C2F}" type="pres">
      <dgm:prSet presAssocID="{5625A0BA-3784-45B6-97EC-2096A47B399F}" presName="spNode" presStyleCnt="0"/>
      <dgm:spPr/>
    </dgm:pt>
    <dgm:pt modelId="{36A25B59-0286-4766-AF4A-4AD99255FB9A}" type="pres">
      <dgm:prSet presAssocID="{A6D5980C-35E2-4AB0-8246-6AAB28C06B23}" presName="sibTrans" presStyleLbl="sibTrans1D1" presStyleIdx="6" presStyleCnt="32" custScaleX="2000000" custScaleY="2000000"/>
      <dgm:spPr/>
    </dgm:pt>
    <dgm:pt modelId="{4EBAFEA8-38A7-4839-A196-E833865FEC3E}" type="pres">
      <dgm:prSet presAssocID="{B2DF35EF-9BDC-40A7-BFCA-A1A3E1293144}" presName="node" presStyleLbl="node1" presStyleIdx="7" presStyleCnt="32" custScaleX="126252" custScaleY="110804">
        <dgm:presLayoutVars>
          <dgm:bulletEnabled val="1"/>
        </dgm:presLayoutVars>
      </dgm:prSet>
      <dgm:spPr/>
    </dgm:pt>
    <dgm:pt modelId="{C248C08C-3758-4EEE-8D81-59D26C39B226}" type="pres">
      <dgm:prSet presAssocID="{B2DF35EF-9BDC-40A7-BFCA-A1A3E1293144}" presName="spNode" presStyleCnt="0"/>
      <dgm:spPr/>
    </dgm:pt>
    <dgm:pt modelId="{A95F9BD2-8E6C-4D20-A2D9-24C989631FAC}" type="pres">
      <dgm:prSet presAssocID="{3515389E-A2D9-4A91-A416-D06FB2BCF4D7}" presName="sibTrans" presStyleLbl="sibTrans1D1" presStyleIdx="7" presStyleCnt="32" custScaleX="2000000" custScaleY="2000000"/>
      <dgm:spPr/>
    </dgm:pt>
    <dgm:pt modelId="{FCDBC8B2-A072-489D-B135-4F76C90ABB73}" type="pres">
      <dgm:prSet presAssocID="{868767A5-C3E4-4645-9C8D-69D5627043D3}" presName="node" presStyleLbl="node1" presStyleIdx="8" presStyleCnt="32" custScaleX="126252" custScaleY="110804">
        <dgm:presLayoutVars>
          <dgm:bulletEnabled val="1"/>
        </dgm:presLayoutVars>
      </dgm:prSet>
      <dgm:spPr/>
    </dgm:pt>
    <dgm:pt modelId="{1A502533-D656-4694-9BDA-B75F503AD108}" type="pres">
      <dgm:prSet presAssocID="{868767A5-C3E4-4645-9C8D-69D5627043D3}" presName="spNode" presStyleCnt="0"/>
      <dgm:spPr/>
    </dgm:pt>
    <dgm:pt modelId="{BBF115A0-E49F-481D-B9B9-7781A7700C68}" type="pres">
      <dgm:prSet presAssocID="{BE0F9672-9967-4BB3-945A-82902934D4C9}" presName="sibTrans" presStyleLbl="sibTrans1D1" presStyleIdx="8" presStyleCnt="32" custScaleX="2000000" custScaleY="2000000"/>
      <dgm:spPr/>
    </dgm:pt>
    <dgm:pt modelId="{27377A35-5C63-4153-A1CA-D07A81FEBED6}" type="pres">
      <dgm:prSet presAssocID="{9281F980-DBAB-4458-BA3E-080893361045}" presName="node" presStyleLbl="node1" presStyleIdx="9" presStyleCnt="32" custScaleX="126252" custScaleY="110804">
        <dgm:presLayoutVars>
          <dgm:bulletEnabled val="1"/>
        </dgm:presLayoutVars>
      </dgm:prSet>
      <dgm:spPr/>
    </dgm:pt>
    <dgm:pt modelId="{166E8CAE-7A6A-441E-B81D-F2A6930AEB34}" type="pres">
      <dgm:prSet presAssocID="{9281F980-DBAB-4458-BA3E-080893361045}" presName="spNode" presStyleCnt="0"/>
      <dgm:spPr/>
    </dgm:pt>
    <dgm:pt modelId="{C75F3799-6FE1-44D4-94E5-D0323DD9642D}" type="pres">
      <dgm:prSet presAssocID="{EE9F8E24-F686-4CD7-B40D-889B181D327C}" presName="sibTrans" presStyleLbl="sibTrans1D1" presStyleIdx="9" presStyleCnt="32" custScaleX="2000000" custScaleY="2000000"/>
      <dgm:spPr/>
    </dgm:pt>
    <dgm:pt modelId="{ACA3DEE4-4C37-414B-A20E-469C72FF631D}" type="pres">
      <dgm:prSet presAssocID="{A895021A-1FC9-40D9-9A23-C05D673066F3}" presName="node" presStyleLbl="node1" presStyleIdx="10" presStyleCnt="32" custScaleX="126252" custScaleY="110804">
        <dgm:presLayoutVars>
          <dgm:bulletEnabled val="1"/>
        </dgm:presLayoutVars>
      </dgm:prSet>
      <dgm:spPr/>
    </dgm:pt>
    <dgm:pt modelId="{5E377587-15D8-428C-8F90-BB7C49868333}" type="pres">
      <dgm:prSet presAssocID="{A895021A-1FC9-40D9-9A23-C05D673066F3}" presName="spNode" presStyleCnt="0"/>
      <dgm:spPr/>
    </dgm:pt>
    <dgm:pt modelId="{39826E2A-859D-4D09-B02A-05287C251E70}" type="pres">
      <dgm:prSet presAssocID="{C63CE439-C9A4-437A-AA24-C2B1C4D3EC13}" presName="sibTrans" presStyleLbl="sibTrans1D1" presStyleIdx="10" presStyleCnt="32" custScaleX="2000000" custScaleY="2000000"/>
      <dgm:spPr/>
    </dgm:pt>
    <dgm:pt modelId="{508270A1-9056-4B9A-B0BC-2D3B1299FC58}" type="pres">
      <dgm:prSet presAssocID="{EE1F149E-F983-420A-AE26-0CA291A969CC}" presName="node" presStyleLbl="node1" presStyleIdx="11" presStyleCnt="32" custScaleX="126252" custScaleY="110804">
        <dgm:presLayoutVars>
          <dgm:bulletEnabled val="1"/>
        </dgm:presLayoutVars>
      </dgm:prSet>
      <dgm:spPr/>
    </dgm:pt>
    <dgm:pt modelId="{32B48CEE-BE6C-4B73-AA70-08340D7306CA}" type="pres">
      <dgm:prSet presAssocID="{EE1F149E-F983-420A-AE26-0CA291A969CC}" presName="spNode" presStyleCnt="0"/>
      <dgm:spPr/>
    </dgm:pt>
    <dgm:pt modelId="{0186EB4D-19E9-40A6-9853-FE75E1F1C601}" type="pres">
      <dgm:prSet presAssocID="{3FDD498B-C338-4F3C-9707-6A31F5EB9217}" presName="sibTrans" presStyleLbl="sibTrans1D1" presStyleIdx="11" presStyleCnt="32" custScaleX="2000000" custScaleY="2000000"/>
      <dgm:spPr/>
    </dgm:pt>
    <dgm:pt modelId="{E6415271-4602-49BD-8F77-B2554532B0A0}" type="pres">
      <dgm:prSet presAssocID="{3EBDEC13-B94B-424C-B6D8-E23828E29484}" presName="node" presStyleLbl="node1" presStyleIdx="12" presStyleCnt="32" custScaleX="126252" custScaleY="110804">
        <dgm:presLayoutVars>
          <dgm:bulletEnabled val="1"/>
        </dgm:presLayoutVars>
      </dgm:prSet>
      <dgm:spPr/>
    </dgm:pt>
    <dgm:pt modelId="{18476B6F-E555-4078-9F4F-FED8900C0811}" type="pres">
      <dgm:prSet presAssocID="{3EBDEC13-B94B-424C-B6D8-E23828E29484}" presName="spNode" presStyleCnt="0"/>
      <dgm:spPr/>
    </dgm:pt>
    <dgm:pt modelId="{0CA37BE1-2CF9-468E-BFF7-47A995E3BB08}" type="pres">
      <dgm:prSet presAssocID="{910D43BF-2E12-4265-8F31-790375B138D8}" presName="sibTrans" presStyleLbl="sibTrans1D1" presStyleIdx="12" presStyleCnt="32" custScaleX="2000000" custScaleY="2000000"/>
      <dgm:spPr/>
    </dgm:pt>
    <dgm:pt modelId="{C10433AE-724D-434E-B55F-F8FBA5E6691B}" type="pres">
      <dgm:prSet presAssocID="{DB1B9677-421A-4935-8C22-9192CE87F0FF}" presName="node" presStyleLbl="node1" presStyleIdx="13" presStyleCnt="32" custScaleX="126252" custScaleY="110804">
        <dgm:presLayoutVars>
          <dgm:bulletEnabled val="1"/>
        </dgm:presLayoutVars>
      </dgm:prSet>
      <dgm:spPr/>
    </dgm:pt>
    <dgm:pt modelId="{1BF69A71-2EE3-482B-A6FD-09CDD6717BD2}" type="pres">
      <dgm:prSet presAssocID="{DB1B9677-421A-4935-8C22-9192CE87F0FF}" presName="spNode" presStyleCnt="0"/>
      <dgm:spPr/>
    </dgm:pt>
    <dgm:pt modelId="{6361BE26-1613-4254-AAB5-23BC794B38F0}" type="pres">
      <dgm:prSet presAssocID="{8BCD7E9B-E908-4EDF-8514-EDD1DB17AEBC}" presName="sibTrans" presStyleLbl="sibTrans1D1" presStyleIdx="13" presStyleCnt="32" custScaleX="2000000" custScaleY="2000000"/>
      <dgm:spPr/>
    </dgm:pt>
    <dgm:pt modelId="{75C04093-B402-44E4-A02F-D9D20B3CFE9D}" type="pres">
      <dgm:prSet presAssocID="{939662E8-1580-40AE-9B6C-323E8300E63E}" presName="node" presStyleLbl="node1" presStyleIdx="14" presStyleCnt="32" custScaleX="126252" custScaleY="110804">
        <dgm:presLayoutVars>
          <dgm:bulletEnabled val="1"/>
        </dgm:presLayoutVars>
      </dgm:prSet>
      <dgm:spPr/>
    </dgm:pt>
    <dgm:pt modelId="{320450C4-F523-4B16-B2D9-4DF083C0D164}" type="pres">
      <dgm:prSet presAssocID="{939662E8-1580-40AE-9B6C-323E8300E63E}" presName="spNode" presStyleCnt="0"/>
      <dgm:spPr/>
    </dgm:pt>
    <dgm:pt modelId="{76F78CE6-90C8-4B35-9F7E-1F5EB9B22151}" type="pres">
      <dgm:prSet presAssocID="{122F0F2A-9D73-4F96-9BEF-3D5D0F3739CC}" presName="sibTrans" presStyleLbl="sibTrans1D1" presStyleIdx="14" presStyleCnt="32" custScaleX="2000000" custScaleY="2000000"/>
      <dgm:spPr/>
    </dgm:pt>
    <dgm:pt modelId="{618D29F1-B27A-4177-81E5-AC40E22B797C}" type="pres">
      <dgm:prSet presAssocID="{A8370C54-57BB-4D77-84F2-21B7BBCB8CD1}" presName="node" presStyleLbl="node1" presStyleIdx="15" presStyleCnt="32" custScaleX="126252" custScaleY="110804">
        <dgm:presLayoutVars>
          <dgm:bulletEnabled val="1"/>
        </dgm:presLayoutVars>
      </dgm:prSet>
      <dgm:spPr/>
    </dgm:pt>
    <dgm:pt modelId="{6DA6B6DF-5C12-40CD-AAE4-BEDED49DD127}" type="pres">
      <dgm:prSet presAssocID="{A8370C54-57BB-4D77-84F2-21B7BBCB8CD1}" presName="spNode" presStyleCnt="0"/>
      <dgm:spPr/>
    </dgm:pt>
    <dgm:pt modelId="{B309ED74-66A5-480C-86D1-D4E840F406AC}" type="pres">
      <dgm:prSet presAssocID="{3D64D77A-FD09-4D3C-876D-C0CB137E62CD}" presName="sibTrans" presStyleLbl="sibTrans1D1" presStyleIdx="15" presStyleCnt="32" custScaleX="2000000" custScaleY="2000000"/>
      <dgm:spPr/>
    </dgm:pt>
    <dgm:pt modelId="{1DFE6595-7230-483C-9D32-BFCA9CE92D85}" type="pres">
      <dgm:prSet presAssocID="{83672DD1-994D-4D7A-9A37-481E9664950D}" presName="node" presStyleLbl="node1" presStyleIdx="16" presStyleCnt="32" custScaleX="126252" custScaleY="110804">
        <dgm:presLayoutVars>
          <dgm:bulletEnabled val="1"/>
        </dgm:presLayoutVars>
      </dgm:prSet>
      <dgm:spPr/>
    </dgm:pt>
    <dgm:pt modelId="{951B332A-C98B-433A-BC90-670312A65140}" type="pres">
      <dgm:prSet presAssocID="{83672DD1-994D-4D7A-9A37-481E9664950D}" presName="spNode" presStyleCnt="0"/>
      <dgm:spPr/>
    </dgm:pt>
    <dgm:pt modelId="{F136BB06-5C60-4B50-98D8-C6FCDB3F7F8E}" type="pres">
      <dgm:prSet presAssocID="{B40BDC04-4CE6-4D7E-9F97-0E08939E39C6}" presName="sibTrans" presStyleLbl="sibTrans1D1" presStyleIdx="16" presStyleCnt="32" custScaleX="2000000" custScaleY="2000000"/>
      <dgm:spPr/>
    </dgm:pt>
    <dgm:pt modelId="{2CC1B40C-A928-4D28-85BB-5E0283FC2F77}" type="pres">
      <dgm:prSet presAssocID="{FB04C0DC-EAE0-413B-AB0C-0534D7083871}" presName="node" presStyleLbl="node1" presStyleIdx="17" presStyleCnt="32" custScaleX="126252" custScaleY="110804">
        <dgm:presLayoutVars>
          <dgm:bulletEnabled val="1"/>
        </dgm:presLayoutVars>
      </dgm:prSet>
      <dgm:spPr/>
    </dgm:pt>
    <dgm:pt modelId="{7EF4F930-8B6A-4ECB-AEE6-E6BBCDEDB007}" type="pres">
      <dgm:prSet presAssocID="{FB04C0DC-EAE0-413B-AB0C-0534D7083871}" presName="spNode" presStyleCnt="0"/>
      <dgm:spPr/>
    </dgm:pt>
    <dgm:pt modelId="{68E8B125-993D-469E-AA0B-682C870C8CE0}" type="pres">
      <dgm:prSet presAssocID="{5F59E52A-EEFC-4001-A3E3-1E6D1568133C}" presName="sibTrans" presStyleLbl="sibTrans1D1" presStyleIdx="17" presStyleCnt="32" custScaleX="2000000" custScaleY="2000000"/>
      <dgm:spPr/>
    </dgm:pt>
    <dgm:pt modelId="{FADD2792-6893-42FB-A020-33C72A283A6C}" type="pres">
      <dgm:prSet presAssocID="{BAB1302C-DD81-4AE2-A8FB-5C6A8E8133E8}" presName="node" presStyleLbl="node1" presStyleIdx="18" presStyleCnt="32" custScaleX="126252" custScaleY="110804">
        <dgm:presLayoutVars>
          <dgm:bulletEnabled val="1"/>
        </dgm:presLayoutVars>
      </dgm:prSet>
      <dgm:spPr/>
    </dgm:pt>
    <dgm:pt modelId="{3347F71B-899A-499F-BE60-DD768007AE3D}" type="pres">
      <dgm:prSet presAssocID="{BAB1302C-DD81-4AE2-A8FB-5C6A8E8133E8}" presName="spNode" presStyleCnt="0"/>
      <dgm:spPr/>
    </dgm:pt>
    <dgm:pt modelId="{B9DC5B5E-81C6-4A00-AD4E-BE0007B91F2F}" type="pres">
      <dgm:prSet presAssocID="{E18762FF-2354-4F30-90ED-6FBC8FFF9078}" presName="sibTrans" presStyleLbl="sibTrans1D1" presStyleIdx="18" presStyleCnt="32" custScaleX="2000000" custScaleY="2000000"/>
      <dgm:spPr/>
    </dgm:pt>
    <dgm:pt modelId="{FD352E1F-0C68-49D5-B0E2-54376D4F934A}" type="pres">
      <dgm:prSet presAssocID="{A69216B9-B887-4EAA-9118-9814BCE4A626}" presName="node" presStyleLbl="node1" presStyleIdx="19" presStyleCnt="32" custScaleX="126252" custScaleY="110804">
        <dgm:presLayoutVars>
          <dgm:bulletEnabled val="1"/>
        </dgm:presLayoutVars>
      </dgm:prSet>
      <dgm:spPr/>
    </dgm:pt>
    <dgm:pt modelId="{0BC5354E-3415-46FB-ADB3-32C666B3BC89}" type="pres">
      <dgm:prSet presAssocID="{A69216B9-B887-4EAA-9118-9814BCE4A626}" presName="spNode" presStyleCnt="0"/>
      <dgm:spPr/>
    </dgm:pt>
    <dgm:pt modelId="{F4BCE455-286B-4204-B5F1-B8A634EE86AA}" type="pres">
      <dgm:prSet presAssocID="{EC947020-A574-4203-9CD7-6728E8A1F218}" presName="sibTrans" presStyleLbl="sibTrans1D1" presStyleIdx="19" presStyleCnt="32" custScaleX="2000000" custScaleY="2000000"/>
      <dgm:spPr/>
    </dgm:pt>
    <dgm:pt modelId="{C78ECE81-A2B2-47AC-8CB7-A602A09D7084}" type="pres">
      <dgm:prSet presAssocID="{76B5D27C-739F-4BE1-BB49-1559BF61D55D}" presName="node" presStyleLbl="node1" presStyleIdx="20" presStyleCnt="32" custScaleX="126252" custScaleY="110804">
        <dgm:presLayoutVars>
          <dgm:bulletEnabled val="1"/>
        </dgm:presLayoutVars>
      </dgm:prSet>
      <dgm:spPr/>
    </dgm:pt>
    <dgm:pt modelId="{7D56EB1A-D3E6-4B49-8BAB-D14453A9BB73}" type="pres">
      <dgm:prSet presAssocID="{76B5D27C-739F-4BE1-BB49-1559BF61D55D}" presName="spNode" presStyleCnt="0"/>
      <dgm:spPr/>
    </dgm:pt>
    <dgm:pt modelId="{E5C3F0BA-DB69-495D-9DEA-D13C90EA3630}" type="pres">
      <dgm:prSet presAssocID="{C55123D5-8763-48CB-8093-D52598355663}" presName="sibTrans" presStyleLbl="sibTrans1D1" presStyleIdx="20" presStyleCnt="32" custScaleX="2000000" custScaleY="2000000"/>
      <dgm:spPr/>
    </dgm:pt>
    <dgm:pt modelId="{43DDAB27-C0DF-44FA-802A-67BF1D0F81B4}" type="pres">
      <dgm:prSet presAssocID="{35385F59-FD3A-4E0E-806D-0D171FD73B60}" presName="node" presStyleLbl="node1" presStyleIdx="21" presStyleCnt="32" custScaleX="126252" custScaleY="110804">
        <dgm:presLayoutVars>
          <dgm:bulletEnabled val="1"/>
        </dgm:presLayoutVars>
      </dgm:prSet>
      <dgm:spPr/>
    </dgm:pt>
    <dgm:pt modelId="{8C07BEE8-98F3-4383-8C3D-272C0DCA3135}" type="pres">
      <dgm:prSet presAssocID="{35385F59-FD3A-4E0E-806D-0D171FD73B60}" presName="spNode" presStyleCnt="0"/>
      <dgm:spPr/>
    </dgm:pt>
    <dgm:pt modelId="{4564EECB-4F9B-4DE6-A4A8-79CB80D711FC}" type="pres">
      <dgm:prSet presAssocID="{6D67EEEA-04ED-4D88-A526-8907150BA8B9}" presName="sibTrans" presStyleLbl="sibTrans1D1" presStyleIdx="21" presStyleCnt="32" custScaleX="2000000" custScaleY="2000000"/>
      <dgm:spPr/>
    </dgm:pt>
    <dgm:pt modelId="{E7B2F824-C131-4F6E-BF3B-11B8D84C3259}" type="pres">
      <dgm:prSet presAssocID="{4386FCAA-717C-484A-8040-46E0C7874DC0}" presName="node" presStyleLbl="node1" presStyleIdx="22" presStyleCnt="32" custScaleX="126252" custScaleY="110804">
        <dgm:presLayoutVars>
          <dgm:bulletEnabled val="1"/>
        </dgm:presLayoutVars>
      </dgm:prSet>
      <dgm:spPr/>
    </dgm:pt>
    <dgm:pt modelId="{14E160C9-3944-49D9-A382-EDFD6F07F2AF}" type="pres">
      <dgm:prSet presAssocID="{4386FCAA-717C-484A-8040-46E0C7874DC0}" presName="spNode" presStyleCnt="0"/>
      <dgm:spPr/>
    </dgm:pt>
    <dgm:pt modelId="{F221C969-D840-4207-AD08-C8DF473E761E}" type="pres">
      <dgm:prSet presAssocID="{1D060F47-F191-4433-AAC1-B798E8CB1418}" presName="sibTrans" presStyleLbl="sibTrans1D1" presStyleIdx="22" presStyleCnt="32" custScaleX="2000000" custScaleY="2000000"/>
      <dgm:spPr/>
    </dgm:pt>
    <dgm:pt modelId="{CFCF3D4C-32A1-4968-B438-404BD7D6114A}" type="pres">
      <dgm:prSet presAssocID="{BB217A16-9AF2-4D4B-B615-1E19EDAD0C53}" presName="node" presStyleLbl="node1" presStyleIdx="23" presStyleCnt="32" custScaleX="126252" custScaleY="110804">
        <dgm:presLayoutVars>
          <dgm:bulletEnabled val="1"/>
        </dgm:presLayoutVars>
      </dgm:prSet>
      <dgm:spPr/>
    </dgm:pt>
    <dgm:pt modelId="{A331A5A7-B87C-4299-8B1F-207925CD4C27}" type="pres">
      <dgm:prSet presAssocID="{BB217A16-9AF2-4D4B-B615-1E19EDAD0C53}" presName="spNode" presStyleCnt="0"/>
      <dgm:spPr/>
    </dgm:pt>
    <dgm:pt modelId="{21A7A6A5-C6D1-4211-8A8E-22C0ECD96F49}" type="pres">
      <dgm:prSet presAssocID="{C0983ED0-8E1A-4C36-9B3F-D751B585C5F1}" presName="sibTrans" presStyleLbl="sibTrans1D1" presStyleIdx="23" presStyleCnt="32" custScaleX="2000000" custScaleY="2000000"/>
      <dgm:spPr/>
    </dgm:pt>
    <dgm:pt modelId="{991A4C05-42A7-4815-BBC2-046FF52DA966}" type="pres">
      <dgm:prSet presAssocID="{79F5EE38-222D-4BAC-ABC2-B06CAE63135B}" presName="node" presStyleLbl="node1" presStyleIdx="24" presStyleCnt="32" custScaleX="126252" custScaleY="110804">
        <dgm:presLayoutVars>
          <dgm:bulletEnabled val="1"/>
        </dgm:presLayoutVars>
      </dgm:prSet>
      <dgm:spPr/>
    </dgm:pt>
    <dgm:pt modelId="{9AD292EF-B75E-4B66-9CEA-DD3FDDF0A21E}" type="pres">
      <dgm:prSet presAssocID="{79F5EE38-222D-4BAC-ABC2-B06CAE63135B}" presName="spNode" presStyleCnt="0"/>
      <dgm:spPr/>
    </dgm:pt>
    <dgm:pt modelId="{F56FC7F1-C52A-48DE-AD95-4D744553B23F}" type="pres">
      <dgm:prSet presAssocID="{6C9FBB1A-9ABC-41ED-8500-19720D0A6187}" presName="sibTrans" presStyleLbl="sibTrans1D1" presStyleIdx="24" presStyleCnt="32" custScaleX="2000000" custScaleY="2000000"/>
      <dgm:spPr/>
    </dgm:pt>
    <dgm:pt modelId="{9FC84676-4902-4A78-9386-9F053440A259}" type="pres">
      <dgm:prSet presAssocID="{49E309A8-4ACE-4E24-9468-1B63E3F6A1C8}" presName="node" presStyleLbl="node1" presStyleIdx="25" presStyleCnt="32" custScaleX="126252" custScaleY="110804">
        <dgm:presLayoutVars>
          <dgm:bulletEnabled val="1"/>
        </dgm:presLayoutVars>
      </dgm:prSet>
      <dgm:spPr/>
    </dgm:pt>
    <dgm:pt modelId="{5ADB1E6E-FCB9-4EA8-A0AA-8C3DCE7A8970}" type="pres">
      <dgm:prSet presAssocID="{49E309A8-4ACE-4E24-9468-1B63E3F6A1C8}" presName="spNode" presStyleCnt="0"/>
      <dgm:spPr/>
    </dgm:pt>
    <dgm:pt modelId="{D6FF76DD-C30F-4EB0-8FCF-74271CBF245A}" type="pres">
      <dgm:prSet presAssocID="{7115A82F-A0CA-47E6-9A40-2F50E0CCCA35}" presName="sibTrans" presStyleLbl="sibTrans1D1" presStyleIdx="25" presStyleCnt="32" custScaleX="2000000" custScaleY="2000000"/>
      <dgm:spPr/>
    </dgm:pt>
    <dgm:pt modelId="{BB6CD61F-322C-4EEA-85CC-48F3CC9DA29B}" type="pres">
      <dgm:prSet presAssocID="{D02FAA77-956C-45D2-8464-ED2559956DD2}" presName="node" presStyleLbl="node1" presStyleIdx="26" presStyleCnt="32" custScaleX="126252" custScaleY="110804">
        <dgm:presLayoutVars>
          <dgm:bulletEnabled val="1"/>
        </dgm:presLayoutVars>
      </dgm:prSet>
      <dgm:spPr/>
    </dgm:pt>
    <dgm:pt modelId="{97AD30FD-571A-4F8C-8E69-85180761E85D}" type="pres">
      <dgm:prSet presAssocID="{D02FAA77-956C-45D2-8464-ED2559956DD2}" presName="spNode" presStyleCnt="0"/>
      <dgm:spPr/>
    </dgm:pt>
    <dgm:pt modelId="{F9A0D072-B17C-43D0-9A88-104CAF700717}" type="pres">
      <dgm:prSet presAssocID="{AC94AC6E-FC58-470F-95C8-F928ABB93594}" presName="sibTrans" presStyleLbl="sibTrans1D1" presStyleIdx="26" presStyleCnt="32" custScaleX="2000000" custScaleY="2000000"/>
      <dgm:spPr/>
    </dgm:pt>
    <dgm:pt modelId="{98BE2733-5EA3-4FB9-B572-1CE18B1FAD50}" type="pres">
      <dgm:prSet presAssocID="{BA2EC476-731E-4903-8F01-CC5FC637BFFF}" presName="node" presStyleLbl="node1" presStyleIdx="27" presStyleCnt="32" custScaleX="126252" custScaleY="110804">
        <dgm:presLayoutVars>
          <dgm:bulletEnabled val="1"/>
        </dgm:presLayoutVars>
      </dgm:prSet>
      <dgm:spPr/>
    </dgm:pt>
    <dgm:pt modelId="{251E8F09-86AE-4903-9E8B-058B849FCB04}" type="pres">
      <dgm:prSet presAssocID="{BA2EC476-731E-4903-8F01-CC5FC637BFFF}" presName="spNode" presStyleCnt="0"/>
      <dgm:spPr/>
    </dgm:pt>
    <dgm:pt modelId="{7F89DABF-7369-48F0-8963-A2942746E850}" type="pres">
      <dgm:prSet presAssocID="{C81C93CF-4ABC-443A-B46F-7B67B7A103B0}" presName="sibTrans" presStyleLbl="sibTrans1D1" presStyleIdx="27" presStyleCnt="32" custScaleX="2000000" custScaleY="2000000"/>
      <dgm:spPr/>
    </dgm:pt>
    <dgm:pt modelId="{CD308359-DDF9-4556-B21D-E2264F4EE573}" type="pres">
      <dgm:prSet presAssocID="{48A59AEC-96FC-49B4-88EA-A3EB39384894}" presName="node" presStyleLbl="node1" presStyleIdx="28" presStyleCnt="32" custScaleX="126252" custScaleY="110804">
        <dgm:presLayoutVars>
          <dgm:bulletEnabled val="1"/>
        </dgm:presLayoutVars>
      </dgm:prSet>
      <dgm:spPr/>
    </dgm:pt>
    <dgm:pt modelId="{F968E9D9-3C8D-4C82-BD13-F54DE66BCE27}" type="pres">
      <dgm:prSet presAssocID="{48A59AEC-96FC-49B4-88EA-A3EB39384894}" presName="spNode" presStyleCnt="0"/>
      <dgm:spPr/>
    </dgm:pt>
    <dgm:pt modelId="{81F2DA4D-EFC8-4AA8-9C5F-683BBAC275F5}" type="pres">
      <dgm:prSet presAssocID="{B7A4C8FA-340E-486F-81D8-FF544AB43A4E}" presName="sibTrans" presStyleLbl="sibTrans1D1" presStyleIdx="28" presStyleCnt="32" custScaleX="2000000" custScaleY="2000000"/>
      <dgm:spPr/>
    </dgm:pt>
    <dgm:pt modelId="{9AC4915E-252C-49E2-84A8-90A6E8385642}" type="pres">
      <dgm:prSet presAssocID="{0C32458D-E832-48BB-9259-B17D8D2F155B}" presName="node" presStyleLbl="node1" presStyleIdx="29" presStyleCnt="32" custScaleX="126252" custScaleY="110804">
        <dgm:presLayoutVars>
          <dgm:bulletEnabled val="1"/>
        </dgm:presLayoutVars>
      </dgm:prSet>
      <dgm:spPr/>
    </dgm:pt>
    <dgm:pt modelId="{90DC71D3-7FED-47C0-AFD0-4EAC0EA8659A}" type="pres">
      <dgm:prSet presAssocID="{0C32458D-E832-48BB-9259-B17D8D2F155B}" presName="spNode" presStyleCnt="0"/>
      <dgm:spPr/>
    </dgm:pt>
    <dgm:pt modelId="{10B85967-A5CA-441C-B74B-8FD7919CBCCC}" type="pres">
      <dgm:prSet presAssocID="{DF88F8CF-9279-4F9F-A099-1B4E96148323}" presName="sibTrans" presStyleLbl="sibTrans1D1" presStyleIdx="29" presStyleCnt="32" custScaleX="2000000" custScaleY="2000000"/>
      <dgm:spPr/>
    </dgm:pt>
    <dgm:pt modelId="{F724F2BE-3492-48DF-BEB0-18E86EC3383D}" type="pres">
      <dgm:prSet presAssocID="{553BEC81-A978-430C-80DA-1DF185989AAF}" presName="node" presStyleLbl="node1" presStyleIdx="30" presStyleCnt="32" custScaleX="126252" custScaleY="110804">
        <dgm:presLayoutVars>
          <dgm:bulletEnabled val="1"/>
        </dgm:presLayoutVars>
      </dgm:prSet>
      <dgm:spPr/>
    </dgm:pt>
    <dgm:pt modelId="{1E3A32DE-60CE-418E-8DBF-72B8A707C45D}" type="pres">
      <dgm:prSet presAssocID="{553BEC81-A978-430C-80DA-1DF185989AAF}" presName="spNode" presStyleCnt="0"/>
      <dgm:spPr/>
    </dgm:pt>
    <dgm:pt modelId="{D385CF75-2DC0-41B5-94A8-CB366CF3094B}" type="pres">
      <dgm:prSet presAssocID="{E48A52DD-C72D-4935-A10C-8179C47FCC6E}" presName="sibTrans" presStyleLbl="sibTrans1D1" presStyleIdx="30" presStyleCnt="32" custScaleX="2000000" custScaleY="2000000"/>
      <dgm:spPr/>
    </dgm:pt>
    <dgm:pt modelId="{503B42BA-B449-428B-A7CE-2DFEE7DEF4F0}" type="pres">
      <dgm:prSet presAssocID="{E4888B1B-2BE2-4790-B9ED-71F3187B9F21}" presName="node" presStyleLbl="node1" presStyleIdx="31" presStyleCnt="32" custScaleX="126252" custScaleY="110804">
        <dgm:presLayoutVars>
          <dgm:bulletEnabled val="1"/>
        </dgm:presLayoutVars>
      </dgm:prSet>
      <dgm:spPr/>
    </dgm:pt>
    <dgm:pt modelId="{3E256912-B98B-4477-9DD1-348D614FCC59}" type="pres">
      <dgm:prSet presAssocID="{E4888B1B-2BE2-4790-B9ED-71F3187B9F21}" presName="spNode" presStyleCnt="0"/>
      <dgm:spPr/>
    </dgm:pt>
    <dgm:pt modelId="{5CFB3FD2-2DF6-4205-823E-F0FEC3D98719}" type="pres">
      <dgm:prSet presAssocID="{E1A72A0C-6E1A-4616-AA17-2E6AC02A1850}" presName="sibTrans" presStyleLbl="sibTrans1D1" presStyleIdx="31" presStyleCnt="32" custScaleX="2000000" custScaleY="2000000"/>
      <dgm:spPr/>
    </dgm:pt>
  </dgm:ptLst>
  <dgm:cxnLst>
    <dgm:cxn modelId="{91ECBD0A-B2AC-4DED-8300-0E2A1F93883A}" type="presOf" srcId="{05255914-D32A-40B4-8C21-212024189328}" destId="{0A74DD1F-BEEA-4E1C-A32C-B77C043FA489}" srcOrd="0" destOrd="0" presId="urn:microsoft.com/office/officeart/2005/8/layout/cycle6"/>
    <dgm:cxn modelId="{0B4ECD0A-BE7F-46F0-9F93-AB82BB4736EF}" srcId="{B3F6A2BA-40B6-4187-AFF8-F8F9AF80E7F9}" destId="{BAB1302C-DD81-4AE2-A8FB-5C6A8E8133E8}" srcOrd="18" destOrd="0" parTransId="{B37CBE12-A1DC-48AE-9D35-BC5397163DD3}" sibTransId="{E18762FF-2354-4F30-90ED-6FBC8FFF9078}"/>
    <dgm:cxn modelId="{A7833F0B-F3FD-4B86-A32C-9C1A126C220A}" type="presOf" srcId="{E1A72A0C-6E1A-4616-AA17-2E6AC02A1850}" destId="{5CFB3FD2-2DF6-4205-823E-F0FEC3D98719}" srcOrd="0" destOrd="0" presId="urn:microsoft.com/office/officeart/2005/8/layout/cycle6"/>
    <dgm:cxn modelId="{010A950C-08BE-4EC5-BB4D-0F78D1FEACBC}" type="presOf" srcId="{122F0F2A-9D73-4F96-9BEF-3D5D0F3739CC}" destId="{76F78CE6-90C8-4B35-9F7E-1F5EB9B22151}" srcOrd="0" destOrd="0" presId="urn:microsoft.com/office/officeart/2005/8/layout/cycle6"/>
    <dgm:cxn modelId="{CE6FB60D-B790-47DE-83A7-46EE5FA60C70}" type="presOf" srcId="{BE0F9672-9967-4BB3-945A-82902934D4C9}" destId="{BBF115A0-E49F-481D-B9B9-7781A7700C68}" srcOrd="0" destOrd="0" presId="urn:microsoft.com/office/officeart/2005/8/layout/cycle6"/>
    <dgm:cxn modelId="{1930D50E-D92E-4107-B01A-44265EC00184}" srcId="{B3F6A2BA-40B6-4187-AFF8-F8F9AF80E7F9}" destId="{76B5D27C-739F-4BE1-BB49-1559BF61D55D}" srcOrd="20" destOrd="0" parTransId="{2119873A-C3A9-416C-A97E-7FBD1FC98807}" sibTransId="{C55123D5-8763-48CB-8093-D52598355663}"/>
    <dgm:cxn modelId="{6C05350F-B991-4F58-97D1-AE4044723B42}" srcId="{B3F6A2BA-40B6-4187-AFF8-F8F9AF80E7F9}" destId="{CB7A3099-1224-4ECB-902C-396EC7BA7968}" srcOrd="0" destOrd="0" parTransId="{46544552-34FE-49BE-BA33-CC66D1619F8A}" sibTransId="{50D7F308-47D9-4906-97CC-2D84909FC247}"/>
    <dgm:cxn modelId="{1D93FB15-746C-4D0F-96DB-7D9416A261CF}" type="presOf" srcId="{3FDD498B-C338-4F3C-9707-6A31F5EB9217}" destId="{0186EB4D-19E9-40A6-9853-FE75E1F1C601}" srcOrd="0" destOrd="0" presId="urn:microsoft.com/office/officeart/2005/8/layout/cycle6"/>
    <dgm:cxn modelId="{DA4BD717-6787-4ABC-A423-5AD1348C8987}" type="presOf" srcId="{50D7F308-47D9-4906-97CC-2D84909FC247}" destId="{990317AE-40E7-4E24-A709-5C1E3D7DF428}" srcOrd="0" destOrd="0" presId="urn:microsoft.com/office/officeart/2005/8/layout/cycle6"/>
    <dgm:cxn modelId="{4EF48518-336E-4C2E-A819-687C52169F3B}" type="presOf" srcId="{3D64D77A-FD09-4D3C-876D-C0CB137E62CD}" destId="{B309ED74-66A5-480C-86D1-D4E840F406AC}" srcOrd="0" destOrd="0" presId="urn:microsoft.com/office/officeart/2005/8/layout/cycle6"/>
    <dgm:cxn modelId="{B828D81B-810D-4631-A13A-C3B7AED7F003}" type="presOf" srcId="{E4888B1B-2BE2-4790-B9ED-71F3187B9F21}" destId="{503B42BA-B449-428B-A7CE-2DFEE7DEF4F0}" srcOrd="0" destOrd="0" presId="urn:microsoft.com/office/officeart/2005/8/layout/cycle6"/>
    <dgm:cxn modelId="{FE075C1E-B3F6-40E0-8BB6-D005FB2F1A82}" type="presOf" srcId="{DF88F8CF-9279-4F9F-A099-1B4E96148323}" destId="{10B85967-A5CA-441C-B74B-8FD7919CBCCC}" srcOrd="0" destOrd="0" presId="urn:microsoft.com/office/officeart/2005/8/layout/cycle6"/>
    <dgm:cxn modelId="{81F70D20-027E-432B-AD0B-570F6251B5FC}" type="presOf" srcId="{B7A4C8FA-340E-486F-81D8-FF544AB43A4E}" destId="{81F2DA4D-EFC8-4AA8-9C5F-683BBAC275F5}" srcOrd="0" destOrd="0" presId="urn:microsoft.com/office/officeart/2005/8/layout/cycle6"/>
    <dgm:cxn modelId="{C24DE722-0AA9-4D75-9302-1B5DD6D09FDA}" type="presOf" srcId="{BA2EC476-731E-4903-8F01-CC5FC637BFFF}" destId="{98BE2733-5EA3-4FB9-B572-1CE18B1FAD50}" srcOrd="0" destOrd="0" presId="urn:microsoft.com/office/officeart/2005/8/layout/cycle6"/>
    <dgm:cxn modelId="{0ED10D25-2B43-4953-84C0-C0E9E9235DCD}" srcId="{B3F6A2BA-40B6-4187-AFF8-F8F9AF80E7F9}" destId="{EA111F39-A024-4AB2-977C-8988D99FEE4B}" srcOrd="4" destOrd="0" parTransId="{677D4B4F-F54C-408A-B8A9-FB080E0A8B92}" sibTransId="{AA774F68-286C-419B-8B7D-02F83155FDF4}"/>
    <dgm:cxn modelId="{16D00B27-98D2-4874-97E5-B5AC7C84D35E}" type="presOf" srcId="{5625A0BA-3784-45B6-97EC-2096A47B399F}" destId="{BC51FB21-3AAD-464F-AB4E-68130F6D9956}" srcOrd="0" destOrd="0" presId="urn:microsoft.com/office/officeart/2005/8/layout/cycle6"/>
    <dgm:cxn modelId="{DDAE6729-4ABF-4BA0-9066-ABCD3045B768}" srcId="{B3F6A2BA-40B6-4187-AFF8-F8F9AF80E7F9}" destId="{BA2EC476-731E-4903-8F01-CC5FC637BFFF}" srcOrd="27" destOrd="0" parTransId="{1E93F294-9191-4F3C-8C73-307BDA462CD8}" sibTransId="{C81C93CF-4ABC-443A-B46F-7B67B7A103B0}"/>
    <dgm:cxn modelId="{DB84512A-1C36-40DE-ABEA-DBC6F12BB01B}" type="presOf" srcId="{CB7A3099-1224-4ECB-902C-396EC7BA7968}" destId="{37F6FC54-D545-444E-B19E-55F8864057C9}" srcOrd="0" destOrd="0" presId="urn:microsoft.com/office/officeart/2005/8/layout/cycle6"/>
    <dgm:cxn modelId="{4D2B862D-9EC8-4BA9-9CC8-FF3631C26D06}" type="presOf" srcId="{B3F6A2BA-40B6-4187-AFF8-F8F9AF80E7F9}" destId="{EFAE7302-6632-4D60-A96D-23F394241DE4}" srcOrd="0" destOrd="0" presId="urn:microsoft.com/office/officeart/2005/8/layout/cycle6"/>
    <dgm:cxn modelId="{7DDCBB2D-EC82-4374-86D6-60CC4084D45A}" type="presOf" srcId="{3EBDEC13-B94B-424C-B6D8-E23828E29484}" destId="{E6415271-4602-49BD-8F77-B2554532B0A0}" srcOrd="0" destOrd="0" presId="urn:microsoft.com/office/officeart/2005/8/layout/cycle6"/>
    <dgm:cxn modelId="{1BEF922E-1562-4759-9CA8-E446EDB2BA7F}" type="presOf" srcId="{939662E8-1580-40AE-9B6C-323E8300E63E}" destId="{75C04093-B402-44E4-A02F-D9D20B3CFE9D}" srcOrd="0" destOrd="0" presId="urn:microsoft.com/office/officeart/2005/8/layout/cycle6"/>
    <dgm:cxn modelId="{F90BA62E-E794-48A5-8857-5262442DCA4D}" srcId="{B3F6A2BA-40B6-4187-AFF8-F8F9AF80E7F9}" destId="{A8370C54-57BB-4D77-84F2-21B7BBCB8CD1}" srcOrd="15" destOrd="0" parTransId="{2A095022-B111-4BF4-8A3A-F583A99A0136}" sibTransId="{3D64D77A-FD09-4D3C-876D-C0CB137E62CD}"/>
    <dgm:cxn modelId="{D352BC35-5F10-470E-BED2-61C627712794}" type="presOf" srcId="{EC947020-A574-4203-9CD7-6728E8A1F218}" destId="{F4BCE455-286B-4204-B5F1-B8A634EE86AA}" srcOrd="0" destOrd="0" presId="urn:microsoft.com/office/officeart/2005/8/layout/cycle6"/>
    <dgm:cxn modelId="{14A6F63E-0A06-448D-A3DE-684A4498361A}" type="presOf" srcId="{3515389E-A2D9-4A91-A416-D06FB2BCF4D7}" destId="{A95F9BD2-8E6C-4D20-A2D9-24C989631FAC}" srcOrd="0" destOrd="0" presId="urn:microsoft.com/office/officeart/2005/8/layout/cycle6"/>
    <dgm:cxn modelId="{AC8BC55F-6C1E-4EDB-B818-DFD4EA98AF8D}" type="presOf" srcId="{BB5988A9-792F-4F35-BF7A-F0D97FB3530B}" destId="{C1FBA839-DD16-4EA3-AA23-4F09E108C25C}" srcOrd="0" destOrd="0" presId="urn:microsoft.com/office/officeart/2005/8/layout/cycle6"/>
    <dgm:cxn modelId="{9CC87B60-5897-4602-9274-140F8C700E1C}" type="presOf" srcId="{553BEC81-A978-430C-80DA-1DF185989AAF}" destId="{F724F2BE-3492-48DF-BEB0-18E86EC3383D}" srcOrd="0" destOrd="0" presId="urn:microsoft.com/office/officeart/2005/8/layout/cycle6"/>
    <dgm:cxn modelId="{EF5C4D63-B6E4-41C4-8FD0-FA9695840675}" type="presOf" srcId="{EE9F8E24-F686-4CD7-B40D-889B181D327C}" destId="{C75F3799-6FE1-44D4-94E5-D0323DD9642D}" srcOrd="0" destOrd="0" presId="urn:microsoft.com/office/officeart/2005/8/layout/cycle6"/>
    <dgm:cxn modelId="{E4A6BC44-AE44-4BA5-B6D3-1BCE6AE0F149}" srcId="{B3F6A2BA-40B6-4187-AFF8-F8F9AF80E7F9}" destId="{48A59AEC-96FC-49B4-88EA-A3EB39384894}" srcOrd="28" destOrd="0" parTransId="{C44A88B5-B9C3-46DA-9DED-FD4A07327DFA}" sibTransId="{B7A4C8FA-340E-486F-81D8-FF544AB43A4E}"/>
    <dgm:cxn modelId="{361C1845-B91F-4C24-B652-323E1165FD8F}" srcId="{B3F6A2BA-40B6-4187-AFF8-F8F9AF80E7F9}" destId="{E4888B1B-2BE2-4790-B9ED-71F3187B9F21}" srcOrd="31" destOrd="0" parTransId="{73C1ADEF-47C9-4674-A811-66907754D373}" sibTransId="{E1A72A0C-6E1A-4616-AA17-2E6AC02A1850}"/>
    <dgm:cxn modelId="{62B62845-0101-48AB-9D2E-515F780234AB}" type="presOf" srcId="{A8370C54-57BB-4D77-84F2-21B7BBCB8CD1}" destId="{618D29F1-B27A-4177-81E5-AC40E22B797C}" srcOrd="0" destOrd="0" presId="urn:microsoft.com/office/officeart/2005/8/layout/cycle6"/>
    <dgm:cxn modelId="{9546C045-C4C2-4C71-84A9-8821CE74D4A7}" srcId="{B3F6A2BA-40B6-4187-AFF8-F8F9AF80E7F9}" destId="{5625A0BA-3784-45B6-97EC-2096A47B399F}" srcOrd="6" destOrd="0" parTransId="{51144210-2446-443F-A25F-970665996710}" sibTransId="{A6D5980C-35E2-4AB0-8246-6AAB28C06B23}"/>
    <dgm:cxn modelId="{B93D1647-3C9E-48F8-B453-7094B6CE2871}" type="presOf" srcId="{C55123D5-8763-48CB-8093-D52598355663}" destId="{E5C3F0BA-DB69-495D-9DEA-D13C90EA3630}" srcOrd="0" destOrd="0" presId="urn:microsoft.com/office/officeart/2005/8/layout/cycle6"/>
    <dgm:cxn modelId="{44601A47-39AA-43FA-97EA-79FCF2EC76A1}" type="presOf" srcId="{EE1F149E-F983-420A-AE26-0CA291A969CC}" destId="{508270A1-9056-4B9A-B0BC-2D3B1299FC58}" srcOrd="0" destOrd="0" presId="urn:microsoft.com/office/officeart/2005/8/layout/cycle6"/>
    <dgm:cxn modelId="{96F2D367-2CF5-43AF-A696-7B384E213DF9}" type="presOf" srcId="{29F8A4A0-082D-4991-B443-0A8AFA42422B}" destId="{896B2AF0-997F-4A3D-95E9-687AEE393215}" srcOrd="0" destOrd="0" presId="urn:microsoft.com/office/officeart/2005/8/layout/cycle6"/>
    <dgm:cxn modelId="{A8717369-5DD7-4FC7-8DA8-D37B79527841}" srcId="{B3F6A2BA-40B6-4187-AFF8-F8F9AF80E7F9}" destId="{B84CDA86-2342-4CD5-A2D0-3EE2D6B77400}" srcOrd="5" destOrd="0" parTransId="{6D543B5E-EEF0-418E-B140-9726487CF57E}" sibTransId="{29F8A4A0-082D-4991-B443-0A8AFA42422B}"/>
    <dgm:cxn modelId="{0F9A014B-8DAC-4A81-A5A4-CCACEFBBEAA0}" type="presOf" srcId="{DF2D58BB-B07E-4427-B0B4-7328C7A546CF}" destId="{53232857-986B-4378-8600-83D67A96D1FC}" srcOrd="0" destOrd="0" presId="urn:microsoft.com/office/officeart/2005/8/layout/cycle6"/>
    <dgm:cxn modelId="{1026074B-CC37-4BE4-828F-B18EFD1D274C}" srcId="{B3F6A2BA-40B6-4187-AFF8-F8F9AF80E7F9}" destId="{FB04C0DC-EAE0-413B-AB0C-0534D7083871}" srcOrd="17" destOrd="0" parTransId="{3EEDB1CF-A50E-4C9A-8150-B0451961C9D5}" sibTransId="{5F59E52A-EEFC-4001-A3E3-1E6D1568133C}"/>
    <dgm:cxn modelId="{F35F406B-1C0D-4169-8380-EDB8DD40A006}" type="presOf" srcId="{B84CDA86-2342-4CD5-A2D0-3EE2D6B77400}" destId="{D0E1629B-81D1-410E-AE41-A68200AAD38A}" srcOrd="0" destOrd="0" presId="urn:microsoft.com/office/officeart/2005/8/layout/cycle6"/>
    <dgm:cxn modelId="{F506E86B-8150-47A3-B191-82DF382E8CD4}" srcId="{B3F6A2BA-40B6-4187-AFF8-F8F9AF80E7F9}" destId="{0F1EED64-1422-4916-86A1-6EC539D1088A}" srcOrd="3" destOrd="0" parTransId="{A31802B4-E52B-4F45-9C81-62E72A979B4E}" sibTransId="{C682A7C4-7A1C-44E3-9B83-DF842E56DA03}"/>
    <dgm:cxn modelId="{C4791D6C-625A-498D-952B-815FF3E05927}" type="presOf" srcId="{AC94AC6E-FC58-470F-95C8-F928ABB93594}" destId="{F9A0D072-B17C-43D0-9A88-104CAF700717}" srcOrd="0" destOrd="0" presId="urn:microsoft.com/office/officeart/2005/8/layout/cycle6"/>
    <dgm:cxn modelId="{758F204D-8F0B-4898-A771-98301FC492B0}" type="presOf" srcId="{BB217A16-9AF2-4D4B-B615-1E19EDAD0C53}" destId="{CFCF3D4C-32A1-4968-B438-404BD7D6114A}" srcOrd="0" destOrd="0" presId="urn:microsoft.com/office/officeart/2005/8/layout/cycle6"/>
    <dgm:cxn modelId="{4DCBF94D-1698-42CF-9DA0-6E7BD7D3C4EB}" type="presOf" srcId="{BAB1302C-DD81-4AE2-A8FB-5C6A8E8133E8}" destId="{FADD2792-6893-42FB-A020-33C72A283A6C}" srcOrd="0" destOrd="0" presId="urn:microsoft.com/office/officeart/2005/8/layout/cycle6"/>
    <dgm:cxn modelId="{B7FC2B54-D2BC-466B-A5C2-FF157855A5DD}" type="presOf" srcId="{9281F980-DBAB-4458-BA3E-080893361045}" destId="{27377A35-5C63-4153-A1CA-D07A81FEBED6}" srcOrd="0" destOrd="0" presId="urn:microsoft.com/office/officeart/2005/8/layout/cycle6"/>
    <dgm:cxn modelId="{9FC3C574-02ED-4232-A01F-9EB4AFF41996}" srcId="{B3F6A2BA-40B6-4187-AFF8-F8F9AF80E7F9}" destId="{35385F59-FD3A-4E0E-806D-0D171FD73B60}" srcOrd="21" destOrd="0" parTransId="{567BD894-944E-4EF2-8D98-51536C8E1C83}" sibTransId="{6D67EEEA-04ED-4D88-A526-8907150BA8B9}"/>
    <dgm:cxn modelId="{9751F274-5EE9-4DEF-9205-CAB8BEE9F26A}" srcId="{B3F6A2BA-40B6-4187-AFF8-F8F9AF80E7F9}" destId="{D02FAA77-956C-45D2-8464-ED2559956DD2}" srcOrd="26" destOrd="0" parTransId="{C79E506C-53D3-4E39-8681-67DEA5CADD14}" sibTransId="{AC94AC6E-FC58-470F-95C8-F928ABB93594}"/>
    <dgm:cxn modelId="{0C29EC76-D4AC-4DC4-9D40-265DA37EAA2C}" srcId="{B3F6A2BA-40B6-4187-AFF8-F8F9AF80E7F9}" destId="{79F5EE38-222D-4BAC-ABC2-B06CAE63135B}" srcOrd="24" destOrd="0" parTransId="{3ADBA506-0986-4716-88E4-2981DF0CE09F}" sibTransId="{6C9FBB1A-9ABC-41ED-8500-19720D0A6187}"/>
    <dgm:cxn modelId="{07A50D78-6639-4A33-A74B-7706837DD05D}" srcId="{B3F6A2BA-40B6-4187-AFF8-F8F9AF80E7F9}" destId="{A69216B9-B887-4EAA-9118-9814BCE4A626}" srcOrd="19" destOrd="0" parTransId="{1D5DB990-5536-4125-944D-02ECBBA33DE4}" sibTransId="{EC947020-A574-4203-9CD7-6728E8A1F218}"/>
    <dgm:cxn modelId="{B3FD5F59-10F6-4D3D-8D62-793C715830F6}" type="presOf" srcId="{4386FCAA-717C-484A-8040-46E0C7874DC0}" destId="{E7B2F824-C131-4F6E-BF3B-11B8D84C3259}" srcOrd="0" destOrd="0" presId="urn:microsoft.com/office/officeart/2005/8/layout/cycle6"/>
    <dgm:cxn modelId="{C53B7F7A-3F7C-4500-9CAA-E1066ACD9201}" srcId="{B3F6A2BA-40B6-4187-AFF8-F8F9AF80E7F9}" destId="{B2DF35EF-9BDC-40A7-BFCA-A1A3E1293144}" srcOrd="7" destOrd="0" parTransId="{2769CC40-045F-4640-A563-15B6F6571048}" sibTransId="{3515389E-A2D9-4A91-A416-D06FB2BCF4D7}"/>
    <dgm:cxn modelId="{2CE8817E-7233-4950-AA30-73C85AA72130}" type="presOf" srcId="{48A59AEC-96FC-49B4-88EA-A3EB39384894}" destId="{CD308359-DDF9-4556-B21D-E2264F4EE573}" srcOrd="0" destOrd="0" presId="urn:microsoft.com/office/officeart/2005/8/layout/cycle6"/>
    <dgm:cxn modelId="{6A278B81-F876-4F6F-B6FD-428F398199A3}" type="presOf" srcId="{0C32458D-E832-48BB-9259-B17D8D2F155B}" destId="{9AC4915E-252C-49E2-84A8-90A6E8385642}" srcOrd="0" destOrd="0" presId="urn:microsoft.com/office/officeart/2005/8/layout/cycle6"/>
    <dgm:cxn modelId="{AA398A82-FEF1-4CA3-B585-3EFFE13D22C4}" type="presOf" srcId="{868767A5-C3E4-4645-9C8D-69D5627043D3}" destId="{FCDBC8B2-A072-489D-B135-4F76C90ABB73}" srcOrd="0" destOrd="0" presId="urn:microsoft.com/office/officeart/2005/8/layout/cycle6"/>
    <dgm:cxn modelId="{51D2B483-8235-4D9D-B8E9-9C1B49C224D7}" type="presOf" srcId="{0F1EED64-1422-4916-86A1-6EC539D1088A}" destId="{47D8252C-7210-4124-986D-C5A27EC7BB38}" srcOrd="0" destOrd="0" presId="urn:microsoft.com/office/officeart/2005/8/layout/cycle6"/>
    <dgm:cxn modelId="{92B7CF88-19DA-4C68-B48A-56C5D09BD078}" srcId="{B3F6A2BA-40B6-4187-AFF8-F8F9AF80E7F9}" destId="{05255914-D32A-40B4-8C21-212024189328}" srcOrd="1" destOrd="0" parTransId="{739FD09D-8045-4F96-B9E7-D3DCBC8AC11E}" sibTransId="{DF2D58BB-B07E-4427-B0B4-7328C7A546CF}"/>
    <dgm:cxn modelId="{4C65918A-210F-4742-B62A-5EBB8CB450D7}" type="presOf" srcId="{5F59E52A-EEFC-4001-A3E3-1E6D1568133C}" destId="{68E8B125-993D-469E-AA0B-682C870C8CE0}" srcOrd="0" destOrd="0" presId="urn:microsoft.com/office/officeart/2005/8/layout/cycle6"/>
    <dgm:cxn modelId="{16A34594-33A6-4493-BA23-38BF5100BDF4}" srcId="{B3F6A2BA-40B6-4187-AFF8-F8F9AF80E7F9}" destId="{4386FCAA-717C-484A-8040-46E0C7874DC0}" srcOrd="22" destOrd="0" parTransId="{7B2FE6D5-2676-445F-AC55-28FB452BBC94}" sibTransId="{1D060F47-F191-4433-AAC1-B798E8CB1418}"/>
    <dgm:cxn modelId="{4B0CD895-0942-45DA-9AFB-15881558E721}" type="presOf" srcId="{C81C93CF-4ABC-443A-B46F-7B67B7A103B0}" destId="{7F89DABF-7369-48F0-8963-A2942746E850}" srcOrd="0" destOrd="0" presId="urn:microsoft.com/office/officeart/2005/8/layout/cycle6"/>
    <dgm:cxn modelId="{7F872B97-F487-4963-8E6F-BCD93A247263}" type="presOf" srcId="{EA111F39-A024-4AB2-977C-8988D99FEE4B}" destId="{E213AD56-109D-4571-A0B0-1181C7025370}" srcOrd="0" destOrd="0" presId="urn:microsoft.com/office/officeart/2005/8/layout/cycle6"/>
    <dgm:cxn modelId="{6CE9A39C-1826-4EC1-A30C-F28BEB7808D6}" type="presOf" srcId="{FB04C0DC-EAE0-413B-AB0C-0534D7083871}" destId="{2CC1B40C-A928-4D28-85BB-5E0283FC2F77}" srcOrd="0" destOrd="0" presId="urn:microsoft.com/office/officeart/2005/8/layout/cycle6"/>
    <dgm:cxn modelId="{1F774BA2-9135-42D7-A6A7-1C39E6459835}" srcId="{B3F6A2BA-40B6-4187-AFF8-F8F9AF80E7F9}" destId="{9281F980-DBAB-4458-BA3E-080893361045}" srcOrd="9" destOrd="0" parTransId="{FC98046A-08E0-48A4-B812-F4BADECAFB37}" sibTransId="{EE9F8E24-F686-4CD7-B40D-889B181D327C}"/>
    <dgm:cxn modelId="{46CFB8A3-8AE4-4FCE-88A4-DE0136A14964}" type="presOf" srcId="{C63CE439-C9A4-437A-AA24-C2B1C4D3EC13}" destId="{39826E2A-859D-4D09-B02A-05287C251E70}" srcOrd="0" destOrd="0" presId="urn:microsoft.com/office/officeart/2005/8/layout/cycle6"/>
    <dgm:cxn modelId="{08F630A5-599F-45B5-91DD-4FA543A98FD6}" type="presOf" srcId="{35385F59-FD3A-4E0E-806D-0D171FD73B60}" destId="{43DDAB27-C0DF-44FA-802A-67BF1D0F81B4}" srcOrd="0" destOrd="0" presId="urn:microsoft.com/office/officeart/2005/8/layout/cycle6"/>
    <dgm:cxn modelId="{D976DDA7-E471-42E7-9D82-7AA065C1FEC9}" type="presOf" srcId="{E48A52DD-C72D-4935-A10C-8179C47FCC6E}" destId="{D385CF75-2DC0-41B5-94A8-CB366CF3094B}" srcOrd="0" destOrd="0" presId="urn:microsoft.com/office/officeart/2005/8/layout/cycle6"/>
    <dgm:cxn modelId="{1FA570A9-6CF0-4EE9-A5EE-34FF6D86913C}" type="presOf" srcId="{B40BDC04-4CE6-4D7E-9F97-0E08939E39C6}" destId="{F136BB06-5C60-4B50-98D8-C6FCDB3F7F8E}" srcOrd="0" destOrd="0" presId="urn:microsoft.com/office/officeart/2005/8/layout/cycle6"/>
    <dgm:cxn modelId="{1A792AAE-2086-4C09-9299-F978E6D076E1}" srcId="{B3F6A2BA-40B6-4187-AFF8-F8F9AF80E7F9}" destId="{DB1B9677-421A-4935-8C22-9192CE87F0FF}" srcOrd="13" destOrd="0" parTransId="{C1DA78D6-0CE1-41A2-A0EE-D8D11B345670}" sibTransId="{8BCD7E9B-E908-4EDF-8514-EDD1DB17AEBC}"/>
    <dgm:cxn modelId="{9576AAAE-58F2-424F-B8E3-B337460ABDE1}" srcId="{B3F6A2BA-40B6-4187-AFF8-F8F9AF80E7F9}" destId="{939662E8-1580-40AE-9B6C-323E8300E63E}" srcOrd="14" destOrd="0" parTransId="{A9B8F123-7BAB-41C3-840A-4F646C50888F}" sibTransId="{122F0F2A-9D73-4F96-9BEF-3D5D0F3739CC}"/>
    <dgm:cxn modelId="{C4D13FB4-0FD1-48FF-AB4B-035F479BA4E7}" srcId="{B3F6A2BA-40B6-4187-AFF8-F8F9AF80E7F9}" destId="{EE1F149E-F983-420A-AE26-0CA291A969CC}" srcOrd="11" destOrd="0" parTransId="{9B36F709-981A-4F1F-96A6-2972426A3A63}" sibTransId="{3FDD498B-C338-4F3C-9707-6A31F5EB9217}"/>
    <dgm:cxn modelId="{CA98B5B7-867D-41B4-A452-B4FC72D3A4DD}" srcId="{B3F6A2BA-40B6-4187-AFF8-F8F9AF80E7F9}" destId="{0C32458D-E832-48BB-9259-B17D8D2F155B}" srcOrd="29" destOrd="0" parTransId="{4243369C-ADCF-43E1-B70D-7FEE941604AC}" sibTransId="{DF88F8CF-9279-4F9F-A099-1B4E96148323}"/>
    <dgm:cxn modelId="{F3DDACBC-170A-48D2-8FE4-5FA1957A6C65}" type="presOf" srcId="{76B5D27C-739F-4BE1-BB49-1559BF61D55D}" destId="{C78ECE81-A2B2-47AC-8CB7-A602A09D7084}" srcOrd="0" destOrd="0" presId="urn:microsoft.com/office/officeart/2005/8/layout/cycle6"/>
    <dgm:cxn modelId="{31E651BD-BD02-4893-8D59-EA880DD65645}" type="presOf" srcId="{910D43BF-2E12-4265-8F31-790375B138D8}" destId="{0CA37BE1-2CF9-468E-BFF7-47A995E3BB08}" srcOrd="0" destOrd="0" presId="urn:microsoft.com/office/officeart/2005/8/layout/cycle6"/>
    <dgm:cxn modelId="{892FF5BE-14FE-4E96-90E8-BEC4ECB3BE1F}" type="presOf" srcId="{49E309A8-4ACE-4E24-9468-1B63E3F6A1C8}" destId="{9FC84676-4902-4A78-9386-9F053440A259}" srcOrd="0" destOrd="0" presId="urn:microsoft.com/office/officeart/2005/8/layout/cycle6"/>
    <dgm:cxn modelId="{372242C3-582A-4042-8802-638642FC6D1A}" type="presOf" srcId="{83672DD1-994D-4D7A-9A37-481E9664950D}" destId="{1DFE6595-7230-483C-9D32-BFCA9CE92D85}" srcOrd="0" destOrd="0" presId="urn:microsoft.com/office/officeart/2005/8/layout/cycle6"/>
    <dgm:cxn modelId="{85A4B6C5-7826-497B-AF44-FBE9AB8B2AD0}" type="presOf" srcId="{1D060F47-F191-4433-AAC1-B798E8CB1418}" destId="{F221C969-D840-4207-AD08-C8DF473E761E}" srcOrd="0" destOrd="0" presId="urn:microsoft.com/office/officeart/2005/8/layout/cycle6"/>
    <dgm:cxn modelId="{138AE2C8-C2B4-47AD-8648-F23251CE8EAE}" type="presOf" srcId="{6D67EEEA-04ED-4D88-A526-8907150BA8B9}" destId="{4564EECB-4F9B-4DE6-A4A8-79CB80D711FC}" srcOrd="0" destOrd="0" presId="urn:microsoft.com/office/officeart/2005/8/layout/cycle6"/>
    <dgm:cxn modelId="{645048CB-2AF6-4B44-8622-363E81510FCF}" type="presOf" srcId="{8BCD7E9B-E908-4EDF-8514-EDD1DB17AEBC}" destId="{6361BE26-1613-4254-AAB5-23BC794B38F0}" srcOrd="0" destOrd="0" presId="urn:microsoft.com/office/officeart/2005/8/layout/cycle6"/>
    <dgm:cxn modelId="{613D88CC-E6E3-4BA7-863D-C60C2B7CCB4C}" type="presOf" srcId="{D02FAA77-956C-45D2-8464-ED2559956DD2}" destId="{BB6CD61F-322C-4EEA-85CC-48F3CC9DA29B}" srcOrd="0" destOrd="0" presId="urn:microsoft.com/office/officeart/2005/8/layout/cycle6"/>
    <dgm:cxn modelId="{0BDFCACC-26AE-42C9-808A-280673D05559}" type="presOf" srcId="{A69216B9-B887-4EAA-9118-9814BCE4A626}" destId="{FD352E1F-0C68-49D5-B0E2-54376D4F934A}" srcOrd="0" destOrd="0" presId="urn:microsoft.com/office/officeart/2005/8/layout/cycle6"/>
    <dgm:cxn modelId="{88623BD7-0B78-4848-B319-4C616239BAB7}" srcId="{B3F6A2BA-40B6-4187-AFF8-F8F9AF80E7F9}" destId="{83672DD1-994D-4D7A-9A37-481E9664950D}" srcOrd="16" destOrd="0" parTransId="{DDC0B2F7-016B-4613-8A55-5AA6A2FDE60C}" sibTransId="{B40BDC04-4CE6-4D7E-9F97-0E08939E39C6}"/>
    <dgm:cxn modelId="{C49149D8-B800-4423-B48C-40A1637857E9}" srcId="{B3F6A2BA-40B6-4187-AFF8-F8F9AF80E7F9}" destId="{49E309A8-4ACE-4E24-9468-1B63E3F6A1C8}" srcOrd="25" destOrd="0" parTransId="{D6C68469-A6BE-45BF-A540-5A9AD7D1FDCC}" sibTransId="{7115A82F-A0CA-47E6-9A40-2F50E0CCCA35}"/>
    <dgm:cxn modelId="{73C689DB-5EEC-458F-8398-B52A50FC2A19}" type="presOf" srcId="{B2DF35EF-9BDC-40A7-BFCA-A1A3E1293144}" destId="{4EBAFEA8-38A7-4839-A196-E833865FEC3E}" srcOrd="0" destOrd="0" presId="urn:microsoft.com/office/officeart/2005/8/layout/cycle6"/>
    <dgm:cxn modelId="{8926FCDB-9B26-4631-8E22-C4744D1ED523}" type="presOf" srcId="{C682A7C4-7A1C-44E3-9B83-DF842E56DA03}" destId="{9A5BE75C-4E4D-435D-8920-9E32832F465D}" srcOrd="0" destOrd="0" presId="urn:microsoft.com/office/officeart/2005/8/layout/cycle6"/>
    <dgm:cxn modelId="{29A30ADC-A6BC-435E-945B-0D4B92AD8430}" srcId="{B3F6A2BA-40B6-4187-AFF8-F8F9AF80E7F9}" destId="{CF291975-5B89-42C1-A954-78B0363C5805}" srcOrd="2" destOrd="0" parTransId="{F3DC7968-B68E-4A83-B115-D21E76300FFF}" sibTransId="{BB5988A9-792F-4F35-BF7A-F0D97FB3530B}"/>
    <dgm:cxn modelId="{FE5DE3E6-FC91-4656-85E4-45B335D2DABB}" srcId="{B3F6A2BA-40B6-4187-AFF8-F8F9AF80E7F9}" destId="{553BEC81-A978-430C-80DA-1DF185989AAF}" srcOrd="30" destOrd="0" parTransId="{F967C4E0-84B8-4DD8-94B3-652A70C1E617}" sibTransId="{E48A52DD-C72D-4935-A10C-8179C47FCC6E}"/>
    <dgm:cxn modelId="{D864FDE6-AE68-4123-A8AA-7FC1D1294C03}" srcId="{B3F6A2BA-40B6-4187-AFF8-F8F9AF80E7F9}" destId="{BB217A16-9AF2-4D4B-B615-1E19EDAD0C53}" srcOrd="23" destOrd="0" parTransId="{C1AA23A3-532B-4317-BA6C-EB24CD6F69A6}" sibTransId="{C0983ED0-8E1A-4C36-9B3F-D751B585C5F1}"/>
    <dgm:cxn modelId="{3D4E97EA-89D6-4F69-8109-635B0AF236FD}" srcId="{B3F6A2BA-40B6-4187-AFF8-F8F9AF80E7F9}" destId="{A895021A-1FC9-40D9-9A23-C05D673066F3}" srcOrd="10" destOrd="0" parTransId="{ED7432BF-B985-48B1-B8F2-801A42157DE6}" sibTransId="{C63CE439-C9A4-437A-AA24-C2B1C4D3EC13}"/>
    <dgm:cxn modelId="{BF3FADEB-7D9E-4AFC-8A8A-FCD519C4051F}" type="presOf" srcId="{E18762FF-2354-4F30-90ED-6FBC8FFF9078}" destId="{B9DC5B5E-81C6-4A00-AD4E-BE0007B91F2F}" srcOrd="0" destOrd="0" presId="urn:microsoft.com/office/officeart/2005/8/layout/cycle6"/>
    <dgm:cxn modelId="{D30E7CF0-5B4B-40D3-96D0-383F887793FD}" srcId="{B3F6A2BA-40B6-4187-AFF8-F8F9AF80E7F9}" destId="{868767A5-C3E4-4645-9C8D-69D5627043D3}" srcOrd="8" destOrd="0" parTransId="{09A882C0-93B2-4C56-BE95-EDAAA5B0FF47}" sibTransId="{BE0F9672-9967-4BB3-945A-82902934D4C9}"/>
    <dgm:cxn modelId="{A9D15BF2-1B45-41B0-9CEE-605578A1781D}" type="presOf" srcId="{CF291975-5B89-42C1-A954-78B0363C5805}" destId="{B79BDE4E-122F-4949-877A-51460124312E}" srcOrd="0" destOrd="0" presId="urn:microsoft.com/office/officeart/2005/8/layout/cycle6"/>
    <dgm:cxn modelId="{AB2B9DF2-3F97-48B4-93BF-BCB73D2BFA4D}" type="presOf" srcId="{A895021A-1FC9-40D9-9A23-C05D673066F3}" destId="{ACA3DEE4-4C37-414B-A20E-469C72FF631D}" srcOrd="0" destOrd="0" presId="urn:microsoft.com/office/officeart/2005/8/layout/cycle6"/>
    <dgm:cxn modelId="{C5989AF3-ED0C-4CF4-BFB6-9004FC8FC64C}" type="presOf" srcId="{6C9FBB1A-9ABC-41ED-8500-19720D0A6187}" destId="{F56FC7F1-C52A-48DE-AD95-4D744553B23F}" srcOrd="0" destOrd="0" presId="urn:microsoft.com/office/officeart/2005/8/layout/cycle6"/>
    <dgm:cxn modelId="{09009EF3-B83E-4955-8449-6D06D8A899C0}" type="presOf" srcId="{C0983ED0-8E1A-4C36-9B3F-D751B585C5F1}" destId="{21A7A6A5-C6D1-4211-8A8E-22C0ECD96F49}" srcOrd="0" destOrd="0" presId="urn:microsoft.com/office/officeart/2005/8/layout/cycle6"/>
    <dgm:cxn modelId="{9FA2F0F6-1CE2-422B-81C4-E6B4E1AEC064}" type="presOf" srcId="{AA774F68-286C-419B-8B7D-02F83155FDF4}" destId="{3E6F2280-A61F-493F-991B-F51BCDF11010}" srcOrd="0" destOrd="0" presId="urn:microsoft.com/office/officeart/2005/8/layout/cycle6"/>
    <dgm:cxn modelId="{04063BF9-5EA9-486D-96B6-FC5501629C5C}" type="presOf" srcId="{A6D5980C-35E2-4AB0-8246-6AAB28C06B23}" destId="{36A25B59-0286-4766-AF4A-4AD99255FB9A}" srcOrd="0" destOrd="0" presId="urn:microsoft.com/office/officeart/2005/8/layout/cycle6"/>
    <dgm:cxn modelId="{27BADAF9-5E1F-434B-BA50-B0C97384E642}" type="presOf" srcId="{DB1B9677-421A-4935-8C22-9192CE87F0FF}" destId="{C10433AE-724D-434E-B55F-F8FBA5E6691B}" srcOrd="0" destOrd="0" presId="urn:microsoft.com/office/officeart/2005/8/layout/cycle6"/>
    <dgm:cxn modelId="{093C58FC-9DC1-4B79-9014-E57B523C6EA2}" type="presOf" srcId="{7115A82F-A0CA-47E6-9A40-2F50E0CCCA35}" destId="{D6FF76DD-C30F-4EB0-8FCF-74271CBF245A}" srcOrd="0" destOrd="0" presId="urn:microsoft.com/office/officeart/2005/8/layout/cycle6"/>
    <dgm:cxn modelId="{EBC68FFD-0F35-4FBB-B798-DB0A754358E6}" srcId="{B3F6A2BA-40B6-4187-AFF8-F8F9AF80E7F9}" destId="{3EBDEC13-B94B-424C-B6D8-E23828E29484}" srcOrd="12" destOrd="0" parTransId="{4194DC5B-FCB2-47F2-A7AB-F8C802D2C380}" sibTransId="{910D43BF-2E12-4265-8F31-790375B138D8}"/>
    <dgm:cxn modelId="{068467FE-F107-40A0-883D-F6F4B9DC3178}" type="presOf" srcId="{79F5EE38-222D-4BAC-ABC2-B06CAE63135B}" destId="{991A4C05-42A7-4815-BBC2-046FF52DA966}" srcOrd="0" destOrd="0" presId="urn:microsoft.com/office/officeart/2005/8/layout/cycle6"/>
    <dgm:cxn modelId="{27D12A17-E14F-47F4-90BE-B617B2F35BF0}" type="presParOf" srcId="{EFAE7302-6632-4D60-A96D-23F394241DE4}" destId="{37F6FC54-D545-444E-B19E-55F8864057C9}" srcOrd="0" destOrd="0" presId="urn:microsoft.com/office/officeart/2005/8/layout/cycle6"/>
    <dgm:cxn modelId="{ED6E236F-9B0A-4B12-A1CE-7D60FDFA010D}" type="presParOf" srcId="{EFAE7302-6632-4D60-A96D-23F394241DE4}" destId="{F73F8756-B089-4C69-872B-9C77B1D2E9B9}" srcOrd="1" destOrd="0" presId="urn:microsoft.com/office/officeart/2005/8/layout/cycle6"/>
    <dgm:cxn modelId="{BBF06253-9581-4F38-AB12-E5403D3A8227}" type="presParOf" srcId="{EFAE7302-6632-4D60-A96D-23F394241DE4}" destId="{990317AE-40E7-4E24-A709-5C1E3D7DF428}" srcOrd="2" destOrd="0" presId="urn:microsoft.com/office/officeart/2005/8/layout/cycle6"/>
    <dgm:cxn modelId="{60150418-4413-46D1-B593-6377507BBF55}" type="presParOf" srcId="{EFAE7302-6632-4D60-A96D-23F394241DE4}" destId="{0A74DD1F-BEEA-4E1C-A32C-B77C043FA489}" srcOrd="3" destOrd="0" presId="urn:microsoft.com/office/officeart/2005/8/layout/cycle6"/>
    <dgm:cxn modelId="{378BDA4B-77EB-47F8-894B-B8A68FC53C58}" type="presParOf" srcId="{EFAE7302-6632-4D60-A96D-23F394241DE4}" destId="{33AA3025-9FF4-4436-AD56-351C2AA3B91C}" srcOrd="4" destOrd="0" presId="urn:microsoft.com/office/officeart/2005/8/layout/cycle6"/>
    <dgm:cxn modelId="{377ED809-7EC4-4A17-9184-52004A98AF50}" type="presParOf" srcId="{EFAE7302-6632-4D60-A96D-23F394241DE4}" destId="{53232857-986B-4378-8600-83D67A96D1FC}" srcOrd="5" destOrd="0" presId="urn:microsoft.com/office/officeart/2005/8/layout/cycle6"/>
    <dgm:cxn modelId="{85BB2A24-D78B-4172-AA7D-4663FB8C1848}" type="presParOf" srcId="{EFAE7302-6632-4D60-A96D-23F394241DE4}" destId="{B79BDE4E-122F-4949-877A-51460124312E}" srcOrd="6" destOrd="0" presId="urn:microsoft.com/office/officeart/2005/8/layout/cycle6"/>
    <dgm:cxn modelId="{BCC8E05C-D923-4D52-8347-092C18BB7A7F}" type="presParOf" srcId="{EFAE7302-6632-4D60-A96D-23F394241DE4}" destId="{E5A97052-E50B-4364-B8F3-C5BB55C62E43}" srcOrd="7" destOrd="0" presId="urn:microsoft.com/office/officeart/2005/8/layout/cycle6"/>
    <dgm:cxn modelId="{10EA2204-CF4A-489B-BC78-DB486409EC3D}" type="presParOf" srcId="{EFAE7302-6632-4D60-A96D-23F394241DE4}" destId="{C1FBA839-DD16-4EA3-AA23-4F09E108C25C}" srcOrd="8" destOrd="0" presId="urn:microsoft.com/office/officeart/2005/8/layout/cycle6"/>
    <dgm:cxn modelId="{12BEDA36-012D-462D-A512-73E7612AA9A5}" type="presParOf" srcId="{EFAE7302-6632-4D60-A96D-23F394241DE4}" destId="{47D8252C-7210-4124-986D-C5A27EC7BB38}" srcOrd="9" destOrd="0" presId="urn:microsoft.com/office/officeart/2005/8/layout/cycle6"/>
    <dgm:cxn modelId="{F6146BF9-068D-4E1A-8087-31282D561452}" type="presParOf" srcId="{EFAE7302-6632-4D60-A96D-23F394241DE4}" destId="{49128025-155A-4115-B8B9-1A751CA1730C}" srcOrd="10" destOrd="0" presId="urn:microsoft.com/office/officeart/2005/8/layout/cycle6"/>
    <dgm:cxn modelId="{A30777DE-7E19-402C-953D-DEA928F9752E}" type="presParOf" srcId="{EFAE7302-6632-4D60-A96D-23F394241DE4}" destId="{9A5BE75C-4E4D-435D-8920-9E32832F465D}" srcOrd="11" destOrd="0" presId="urn:microsoft.com/office/officeart/2005/8/layout/cycle6"/>
    <dgm:cxn modelId="{D5170D3F-0BB4-43C7-952B-B5CFA00BE329}" type="presParOf" srcId="{EFAE7302-6632-4D60-A96D-23F394241DE4}" destId="{E213AD56-109D-4571-A0B0-1181C7025370}" srcOrd="12" destOrd="0" presId="urn:microsoft.com/office/officeart/2005/8/layout/cycle6"/>
    <dgm:cxn modelId="{2AB410F1-638A-4790-86CA-24FA76F51DB8}" type="presParOf" srcId="{EFAE7302-6632-4D60-A96D-23F394241DE4}" destId="{41190AB1-8428-4DEE-ADF0-BAC788A0917C}" srcOrd="13" destOrd="0" presId="urn:microsoft.com/office/officeart/2005/8/layout/cycle6"/>
    <dgm:cxn modelId="{A2C03AF8-7DF7-4103-A270-54FB0B3381E9}" type="presParOf" srcId="{EFAE7302-6632-4D60-A96D-23F394241DE4}" destId="{3E6F2280-A61F-493F-991B-F51BCDF11010}" srcOrd="14" destOrd="0" presId="urn:microsoft.com/office/officeart/2005/8/layout/cycle6"/>
    <dgm:cxn modelId="{9FDD0A01-1606-4DCC-ABEF-197535B4A324}" type="presParOf" srcId="{EFAE7302-6632-4D60-A96D-23F394241DE4}" destId="{D0E1629B-81D1-410E-AE41-A68200AAD38A}" srcOrd="15" destOrd="0" presId="urn:microsoft.com/office/officeart/2005/8/layout/cycle6"/>
    <dgm:cxn modelId="{5CD79F93-BE4F-45C2-9F30-ED8BF878C00E}" type="presParOf" srcId="{EFAE7302-6632-4D60-A96D-23F394241DE4}" destId="{98736DC7-D98D-4E78-942E-3E553CB51665}" srcOrd="16" destOrd="0" presId="urn:microsoft.com/office/officeart/2005/8/layout/cycle6"/>
    <dgm:cxn modelId="{8DC5A009-945D-467F-9D43-71A865A24B2B}" type="presParOf" srcId="{EFAE7302-6632-4D60-A96D-23F394241DE4}" destId="{896B2AF0-997F-4A3D-95E9-687AEE393215}" srcOrd="17" destOrd="0" presId="urn:microsoft.com/office/officeart/2005/8/layout/cycle6"/>
    <dgm:cxn modelId="{53F04129-CCD5-4FB7-9145-80A7805F9832}" type="presParOf" srcId="{EFAE7302-6632-4D60-A96D-23F394241DE4}" destId="{BC51FB21-3AAD-464F-AB4E-68130F6D9956}" srcOrd="18" destOrd="0" presId="urn:microsoft.com/office/officeart/2005/8/layout/cycle6"/>
    <dgm:cxn modelId="{67464287-ED1D-4555-B965-61921E35320A}" type="presParOf" srcId="{EFAE7302-6632-4D60-A96D-23F394241DE4}" destId="{678D2501-9B9B-4053-8341-251711D30C2F}" srcOrd="19" destOrd="0" presId="urn:microsoft.com/office/officeart/2005/8/layout/cycle6"/>
    <dgm:cxn modelId="{ECFE2FEE-722F-4D01-9A59-2EC5F0C09F4D}" type="presParOf" srcId="{EFAE7302-6632-4D60-A96D-23F394241DE4}" destId="{36A25B59-0286-4766-AF4A-4AD99255FB9A}" srcOrd="20" destOrd="0" presId="urn:microsoft.com/office/officeart/2005/8/layout/cycle6"/>
    <dgm:cxn modelId="{5AAD3C60-6D7A-4823-A3E0-25E62E5DF8A1}" type="presParOf" srcId="{EFAE7302-6632-4D60-A96D-23F394241DE4}" destId="{4EBAFEA8-38A7-4839-A196-E833865FEC3E}" srcOrd="21" destOrd="0" presId="urn:microsoft.com/office/officeart/2005/8/layout/cycle6"/>
    <dgm:cxn modelId="{D0B73BE8-ACC0-4945-A088-E1227F9506AE}" type="presParOf" srcId="{EFAE7302-6632-4D60-A96D-23F394241DE4}" destId="{C248C08C-3758-4EEE-8D81-59D26C39B226}" srcOrd="22" destOrd="0" presId="urn:microsoft.com/office/officeart/2005/8/layout/cycle6"/>
    <dgm:cxn modelId="{47CB06B8-64B3-4453-B204-14CD181A5004}" type="presParOf" srcId="{EFAE7302-6632-4D60-A96D-23F394241DE4}" destId="{A95F9BD2-8E6C-4D20-A2D9-24C989631FAC}" srcOrd="23" destOrd="0" presId="urn:microsoft.com/office/officeart/2005/8/layout/cycle6"/>
    <dgm:cxn modelId="{E3241419-872D-4B79-AD12-FAB138459FB1}" type="presParOf" srcId="{EFAE7302-6632-4D60-A96D-23F394241DE4}" destId="{FCDBC8B2-A072-489D-B135-4F76C90ABB73}" srcOrd="24" destOrd="0" presId="urn:microsoft.com/office/officeart/2005/8/layout/cycle6"/>
    <dgm:cxn modelId="{F228E6E9-D084-4AE5-8BF3-03774A9C1C84}" type="presParOf" srcId="{EFAE7302-6632-4D60-A96D-23F394241DE4}" destId="{1A502533-D656-4694-9BDA-B75F503AD108}" srcOrd="25" destOrd="0" presId="urn:microsoft.com/office/officeart/2005/8/layout/cycle6"/>
    <dgm:cxn modelId="{A2484430-70B7-4956-A55C-144E28FF4BAD}" type="presParOf" srcId="{EFAE7302-6632-4D60-A96D-23F394241DE4}" destId="{BBF115A0-E49F-481D-B9B9-7781A7700C68}" srcOrd="26" destOrd="0" presId="urn:microsoft.com/office/officeart/2005/8/layout/cycle6"/>
    <dgm:cxn modelId="{F2DDB8FE-FF79-45F6-A316-BE5081C29108}" type="presParOf" srcId="{EFAE7302-6632-4D60-A96D-23F394241DE4}" destId="{27377A35-5C63-4153-A1CA-D07A81FEBED6}" srcOrd="27" destOrd="0" presId="urn:microsoft.com/office/officeart/2005/8/layout/cycle6"/>
    <dgm:cxn modelId="{6B2D5A3B-C0B1-4348-8383-FCD42CA834E9}" type="presParOf" srcId="{EFAE7302-6632-4D60-A96D-23F394241DE4}" destId="{166E8CAE-7A6A-441E-B81D-F2A6930AEB34}" srcOrd="28" destOrd="0" presId="urn:microsoft.com/office/officeart/2005/8/layout/cycle6"/>
    <dgm:cxn modelId="{3956F2B0-991A-473E-93BD-08C29843C7C4}" type="presParOf" srcId="{EFAE7302-6632-4D60-A96D-23F394241DE4}" destId="{C75F3799-6FE1-44D4-94E5-D0323DD9642D}" srcOrd="29" destOrd="0" presId="urn:microsoft.com/office/officeart/2005/8/layout/cycle6"/>
    <dgm:cxn modelId="{9487E7B7-520F-48A4-958C-0FBD3A448B7B}" type="presParOf" srcId="{EFAE7302-6632-4D60-A96D-23F394241DE4}" destId="{ACA3DEE4-4C37-414B-A20E-469C72FF631D}" srcOrd="30" destOrd="0" presId="urn:microsoft.com/office/officeart/2005/8/layout/cycle6"/>
    <dgm:cxn modelId="{D9AEC39A-9715-47C0-A18A-9CB04549D734}" type="presParOf" srcId="{EFAE7302-6632-4D60-A96D-23F394241DE4}" destId="{5E377587-15D8-428C-8F90-BB7C49868333}" srcOrd="31" destOrd="0" presId="urn:microsoft.com/office/officeart/2005/8/layout/cycle6"/>
    <dgm:cxn modelId="{BD87D562-2429-415E-85DD-E4610BD045EB}" type="presParOf" srcId="{EFAE7302-6632-4D60-A96D-23F394241DE4}" destId="{39826E2A-859D-4D09-B02A-05287C251E70}" srcOrd="32" destOrd="0" presId="urn:microsoft.com/office/officeart/2005/8/layout/cycle6"/>
    <dgm:cxn modelId="{1049DEE3-C794-4A52-B6D1-A8DC2888CB54}" type="presParOf" srcId="{EFAE7302-6632-4D60-A96D-23F394241DE4}" destId="{508270A1-9056-4B9A-B0BC-2D3B1299FC58}" srcOrd="33" destOrd="0" presId="urn:microsoft.com/office/officeart/2005/8/layout/cycle6"/>
    <dgm:cxn modelId="{7A64E6E9-D2D5-430E-B1B5-F18F4149F3E7}" type="presParOf" srcId="{EFAE7302-6632-4D60-A96D-23F394241DE4}" destId="{32B48CEE-BE6C-4B73-AA70-08340D7306CA}" srcOrd="34" destOrd="0" presId="urn:microsoft.com/office/officeart/2005/8/layout/cycle6"/>
    <dgm:cxn modelId="{4B91C86E-B210-4A68-8EB7-C6B89DE5E347}" type="presParOf" srcId="{EFAE7302-6632-4D60-A96D-23F394241DE4}" destId="{0186EB4D-19E9-40A6-9853-FE75E1F1C601}" srcOrd="35" destOrd="0" presId="urn:microsoft.com/office/officeart/2005/8/layout/cycle6"/>
    <dgm:cxn modelId="{05B5235D-1AA3-4D86-AB0E-0CBBE279C10A}" type="presParOf" srcId="{EFAE7302-6632-4D60-A96D-23F394241DE4}" destId="{E6415271-4602-49BD-8F77-B2554532B0A0}" srcOrd="36" destOrd="0" presId="urn:microsoft.com/office/officeart/2005/8/layout/cycle6"/>
    <dgm:cxn modelId="{9A1F016C-D3AD-465F-AE2F-0D918D57F355}" type="presParOf" srcId="{EFAE7302-6632-4D60-A96D-23F394241DE4}" destId="{18476B6F-E555-4078-9F4F-FED8900C0811}" srcOrd="37" destOrd="0" presId="urn:microsoft.com/office/officeart/2005/8/layout/cycle6"/>
    <dgm:cxn modelId="{200126A1-EDC5-4210-8A35-885C2F4F0786}" type="presParOf" srcId="{EFAE7302-6632-4D60-A96D-23F394241DE4}" destId="{0CA37BE1-2CF9-468E-BFF7-47A995E3BB08}" srcOrd="38" destOrd="0" presId="urn:microsoft.com/office/officeart/2005/8/layout/cycle6"/>
    <dgm:cxn modelId="{ED59EE01-F83A-464D-8692-98F7DBFF9F14}" type="presParOf" srcId="{EFAE7302-6632-4D60-A96D-23F394241DE4}" destId="{C10433AE-724D-434E-B55F-F8FBA5E6691B}" srcOrd="39" destOrd="0" presId="urn:microsoft.com/office/officeart/2005/8/layout/cycle6"/>
    <dgm:cxn modelId="{A2299170-39B7-43C3-80DA-4F7AF97AE6B1}" type="presParOf" srcId="{EFAE7302-6632-4D60-A96D-23F394241DE4}" destId="{1BF69A71-2EE3-482B-A6FD-09CDD6717BD2}" srcOrd="40" destOrd="0" presId="urn:microsoft.com/office/officeart/2005/8/layout/cycle6"/>
    <dgm:cxn modelId="{7655A8ED-48C6-448D-A487-1F3A6487D0BA}" type="presParOf" srcId="{EFAE7302-6632-4D60-A96D-23F394241DE4}" destId="{6361BE26-1613-4254-AAB5-23BC794B38F0}" srcOrd="41" destOrd="0" presId="urn:microsoft.com/office/officeart/2005/8/layout/cycle6"/>
    <dgm:cxn modelId="{C36B183A-09B2-4BA2-9D3B-52F009F59CCF}" type="presParOf" srcId="{EFAE7302-6632-4D60-A96D-23F394241DE4}" destId="{75C04093-B402-44E4-A02F-D9D20B3CFE9D}" srcOrd="42" destOrd="0" presId="urn:microsoft.com/office/officeart/2005/8/layout/cycle6"/>
    <dgm:cxn modelId="{39BA3EAC-B36F-4CBC-9A70-3C3E38BDF7E2}" type="presParOf" srcId="{EFAE7302-6632-4D60-A96D-23F394241DE4}" destId="{320450C4-F523-4B16-B2D9-4DF083C0D164}" srcOrd="43" destOrd="0" presId="urn:microsoft.com/office/officeart/2005/8/layout/cycle6"/>
    <dgm:cxn modelId="{C3A617FF-D9F9-4F9F-8734-CC4A9B172294}" type="presParOf" srcId="{EFAE7302-6632-4D60-A96D-23F394241DE4}" destId="{76F78CE6-90C8-4B35-9F7E-1F5EB9B22151}" srcOrd="44" destOrd="0" presId="urn:microsoft.com/office/officeart/2005/8/layout/cycle6"/>
    <dgm:cxn modelId="{7A7AB2D3-7ADF-4922-8DC2-2A219F5A8F9D}" type="presParOf" srcId="{EFAE7302-6632-4D60-A96D-23F394241DE4}" destId="{618D29F1-B27A-4177-81E5-AC40E22B797C}" srcOrd="45" destOrd="0" presId="urn:microsoft.com/office/officeart/2005/8/layout/cycle6"/>
    <dgm:cxn modelId="{1BF6468D-CA97-4D74-8D23-E7DA61B9183F}" type="presParOf" srcId="{EFAE7302-6632-4D60-A96D-23F394241DE4}" destId="{6DA6B6DF-5C12-40CD-AAE4-BEDED49DD127}" srcOrd="46" destOrd="0" presId="urn:microsoft.com/office/officeart/2005/8/layout/cycle6"/>
    <dgm:cxn modelId="{73A0462D-7BCF-4B40-BE1B-512E4C6240FD}" type="presParOf" srcId="{EFAE7302-6632-4D60-A96D-23F394241DE4}" destId="{B309ED74-66A5-480C-86D1-D4E840F406AC}" srcOrd="47" destOrd="0" presId="urn:microsoft.com/office/officeart/2005/8/layout/cycle6"/>
    <dgm:cxn modelId="{7FC37F95-4F67-40FD-8BB2-C12AC5299FDF}" type="presParOf" srcId="{EFAE7302-6632-4D60-A96D-23F394241DE4}" destId="{1DFE6595-7230-483C-9D32-BFCA9CE92D85}" srcOrd="48" destOrd="0" presId="urn:microsoft.com/office/officeart/2005/8/layout/cycle6"/>
    <dgm:cxn modelId="{0988405B-A25B-4786-A5E4-07FB420D736B}" type="presParOf" srcId="{EFAE7302-6632-4D60-A96D-23F394241DE4}" destId="{951B332A-C98B-433A-BC90-670312A65140}" srcOrd="49" destOrd="0" presId="urn:microsoft.com/office/officeart/2005/8/layout/cycle6"/>
    <dgm:cxn modelId="{3D03364A-24D7-4209-A28B-14688791B58A}" type="presParOf" srcId="{EFAE7302-6632-4D60-A96D-23F394241DE4}" destId="{F136BB06-5C60-4B50-98D8-C6FCDB3F7F8E}" srcOrd="50" destOrd="0" presId="urn:microsoft.com/office/officeart/2005/8/layout/cycle6"/>
    <dgm:cxn modelId="{3AE35E1D-423E-4058-9E07-315BA4EF7710}" type="presParOf" srcId="{EFAE7302-6632-4D60-A96D-23F394241DE4}" destId="{2CC1B40C-A928-4D28-85BB-5E0283FC2F77}" srcOrd="51" destOrd="0" presId="urn:microsoft.com/office/officeart/2005/8/layout/cycle6"/>
    <dgm:cxn modelId="{270027DD-1481-4756-83FB-1494787738DA}" type="presParOf" srcId="{EFAE7302-6632-4D60-A96D-23F394241DE4}" destId="{7EF4F930-8B6A-4ECB-AEE6-E6BBCDEDB007}" srcOrd="52" destOrd="0" presId="urn:microsoft.com/office/officeart/2005/8/layout/cycle6"/>
    <dgm:cxn modelId="{33FFE863-E3A9-48EF-97E1-013E5A02A125}" type="presParOf" srcId="{EFAE7302-6632-4D60-A96D-23F394241DE4}" destId="{68E8B125-993D-469E-AA0B-682C870C8CE0}" srcOrd="53" destOrd="0" presId="urn:microsoft.com/office/officeart/2005/8/layout/cycle6"/>
    <dgm:cxn modelId="{1DD5D22A-D64A-47EF-B49E-91EB23CB11D6}" type="presParOf" srcId="{EFAE7302-6632-4D60-A96D-23F394241DE4}" destId="{FADD2792-6893-42FB-A020-33C72A283A6C}" srcOrd="54" destOrd="0" presId="urn:microsoft.com/office/officeart/2005/8/layout/cycle6"/>
    <dgm:cxn modelId="{00702B57-E9F6-4A1D-95AC-F4843B3116CB}" type="presParOf" srcId="{EFAE7302-6632-4D60-A96D-23F394241DE4}" destId="{3347F71B-899A-499F-BE60-DD768007AE3D}" srcOrd="55" destOrd="0" presId="urn:microsoft.com/office/officeart/2005/8/layout/cycle6"/>
    <dgm:cxn modelId="{7B3B3E37-070A-44ED-B619-D690AA7B0AB1}" type="presParOf" srcId="{EFAE7302-6632-4D60-A96D-23F394241DE4}" destId="{B9DC5B5E-81C6-4A00-AD4E-BE0007B91F2F}" srcOrd="56" destOrd="0" presId="urn:microsoft.com/office/officeart/2005/8/layout/cycle6"/>
    <dgm:cxn modelId="{278E3D90-ABA0-4FF6-9550-067EA17078DD}" type="presParOf" srcId="{EFAE7302-6632-4D60-A96D-23F394241DE4}" destId="{FD352E1F-0C68-49D5-B0E2-54376D4F934A}" srcOrd="57" destOrd="0" presId="urn:microsoft.com/office/officeart/2005/8/layout/cycle6"/>
    <dgm:cxn modelId="{76D682AB-5EEC-4B10-879E-E2C0344DA9B4}" type="presParOf" srcId="{EFAE7302-6632-4D60-A96D-23F394241DE4}" destId="{0BC5354E-3415-46FB-ADB3-32C666B3BC89}" srcOrd="58" destOrd="0" presId="urn:microsoft.com/office/officeart/2005/8/layout/cycle6"/>
    <dgm:cxn modelId="{AB27DC60-B478-49CE-B483-F9378DB65D34}" type="presParOf" srcId="{EFAE7302-6632-4D60-A96D-23F394241DE4}" destId="{F4BCE455-286B-4204-B5F1-B8A634EE86AA}" srcOrd="59" destOrd="0" presId="urn:microsoft.com/office/officeart/2005/8/layout/cycle6"/>
    <dgm:cxn modelId="{E1FF12C9-4606-4148-89BD-D5DBC9705FFD}" type="presParOf" srcId="{EFAE7302-6632-4D60-A96D-23F394241DE4}" destId="{C78ECE81-A2B2-47AC-8CB7-A602A09D7084}" srcOrd="60" destOrd="0" presId="urn:microsoft.com/office/officeart/2005/8/layout/cycle6"/>
    <dgm:cxn modelId="{598C576C-9E58-4BBF-829B-16C2B220DAA7}" type="presParOf" srcId="{EFAE7302-6632-4D60-A96D-23F394241DE4}" destId="{7D56EB1A-D3E6-4B49-8BAB-D14453A9BB73}" srcOrd="61" destOrd="0" presId="urn:microsoft.com/office/officeart/2005/8/layout/cycle6"/>
    <dgm:cxn modelId="{58263167-A71E-4F10-BB06-9DFE6D874F0A}" type="presParOf" srcId="{EFAE7302-6632-4D60-A96D-23F394241DE4}" destId="{E5C3F0BA-DB69-495D-9DEA-D13C90EA3630}" srcOrd="62" destOrd="0" presId="urn:microsoft.com/office/officeart/2005/8/layout/cycle6"/>
    <dgm:cxn modelId="{5CFDCDE9-A7CB-4855-A0C4-A90190C8833F}" type="presParOf" srcId="{EFAE7302-6632-4D60-A96D-23F394241DE4}" destId="{43DDAB27-C0DF-44FA-802A-67BF1D0F81B4}" srcOrd="63" destOrd="0" presId="urn:microsoft.com/office/officeart/2005/8/layout/cycle6"/>
    <dgm:cxn modelId="{DE21FEFE-4B6D-4E49-89E8-3BF031A51E4A}" type="presParOf" srcId="{EFAE7302-6632-4D60-A96D-23F394241DE4}" destId="{8C07BEE8-98F3-4383-8C3D-272C0DCA3135}" srcOrd="64" destOrd="0" presId="urn:microsoft.com/office/officeart/2005/8/layout/cycle6"/>
    <dgm:cxn modelId="{BDF883D9-2C31-4C38-98B3-0C283AA1A8C4}" type="presParOf" srcId="{EFAE7302-6632-4D60-A96D-23F394241DE4}" destId="{4564EECB-4F9B-4DE6-A4A8-79CB80D711FC}" srcOrd="65" destOrd="0" presId="urn:microsoft.com/office/officeart/2005/8/layout/cycle6"/>
    <dgm:cxn modelId="{C8A93649-0670-4D96-A45D-5517DDCF462B}" type="presParOf" srcId="{EFAE7302-6632-4D60-A96D-23F394241DE4}" destId="{E7B2F824-C131-4F6E-BF3B-11B8D84C3259}" srcOrd="66" destOrd="0" presId="urn:microsoft.com/office/officeart/2005/8/layout/cycle6"/>
    <dgm:cxn modelId="{EA32C90C-30F8-45B3-83B9-B0711BFB5549}" type="presParOf" srcId="{EFAE7302-6632-4D60-A96D-23F394241DE4}" destId="{14E160C9-3944-49D9-A382-EDFD6F07F2AF}" srcOrd="67" destOrd="0" presId="urn:microsoft.com/office/officeart/2005/8/layout/cycle6"/>
    <dgm:cxn modelId="{6B91C7B0-5584-48A3-870B-9462BD4DFA13}" type="presParOf" srcId="{EFAE7302-6632-4D60-A96D-23F394241DE4}" destId="{F221C969-D840-4207-AD08-C8DF473E761E}" srcOrd="68" destOrd="0" presId="urn:microsoft.com/office/officeart/2005/8/layout/cycle6"/>
    <dgm:cxn modelId="{311B468B-7C86-452F-B835-CABC5378DB35}" type="presParOf" srcId="{EFAE7302-6632-4D60-A96D-23F394241DE4}" destId="{CFCF3D4C-32A1-4968-B438-404BD7D6114A}" srcOrd="69" destOrd="0" presId="urn:microsoft.com/office/officeart/2005/8/layout/cycle6"/>
    <dgm:cxn modelId="{A9B68586-9E44-4906-960C-6531EC4C17F2}" type="presParOf" srcId="{EFAE7302-6632-4D60-A96D-23F394241DE4}" destId="{A331A5A7-B87C-4299-8B1F-207925CD4C27}" srcOrd="70" destOrd="0" presId="urn:microsoft.com/office/officeart/2005/8/layout/cycle6"/>
    <dgm:cxn modelId="{2D3A2CA4-147E-4E16-AF9E-6083C430D6B3}" type="presParOf" srcId="{EFAE7302-6632-4D60-A96D-23F394241DE4}" destId="{21A7A6A5-C6D1-4211-8A8E-22C0ECD96F49}" srcOrd="71" destOrd="0" presId="urn:microsoft.com/office/officeart/2005/8/layout/cycle6"/>
    <dgm:cxn modelId="{290728F0-0820-4D7C-A965-BB15C70EC6DB}" type="presParOf" srcId="{EFAE7302-6632-4D60-A96D-23F394241DE4}" destId="{991A4C05-42A7-4815-BBC2-046FF52DA966}" srcOrd="72" destOrd="0" presId="urn:microsoft.com/office/officeart/2005/8/layout/cycle6"/>
    <dgm:cxn modelId="{99FAC7AC-AAAC-4F5D-B8D7-0A46C26A51BF}" type="presParOf" srcId="{EFAE7302-6632-4D60-A96D-23F394241DE4}" destId="{9AD292EF-B75E-4B66-9CEA-DD3FDDF0A21E}" srcOrd="73" destOrd="0" presId="urn:microsoft.com/office/officeart/2005/8/layout/cycle6"/>
    <dgm:cxn modelId="{E28E57F7-CB04-45CC-B885-3B1DB3BAD03B}" type="presParOf" srcId="{EFAE7302-6632-4D60-A96D-23F394241DE4}" destId="{F56FC7F1-C52A-48DE-AD95-4D744553B23F}" srcOrd="74" destOrd="0" presId="urn:microsoft.com/office/officeart/2005/8/layout/cycle6"/>
    <dgm:cxn modelId="{C440E312-5C3E-4771-980F-26FB795DB181}" type="presParOf" srcId="{EFAE7302-6632-4D60-A96D-23F394241DE4}" destId="{9FC84676-4902-4A78-9386-9F053440A259}" srcOrd="75" destOrd="0" presId="urn:microsoft.com/office/officeart/2005/8/layout/cycle6"/>
    <dgm:cxn modelId="{91A627FB-5620-4327-944F-80192742CB2D}" type="presParOf" srcId="{EFAE7302-6632-4D60-A96D-23F394241DE4}" destId="{5ADB1E6E-FCB9-4EA8-A0AA-8C3DCE7A8970}" srcOrd="76" destOrd="0" presId="urn:microsoft.com/office/officeart/2005/8/layout/cycle6"/>
    <dgm:cxn modelId="{6348B64C-0E12-465F-A353-9FFF43E8ADBA}" type="presParOf" srcId="{EFAE7302-6632-4D60-A96D-23F394241DE4}" destId="{D6FF76DD-C30F-4EB0-8FCF-74271CBF245A}" srcOrd="77" destOrd="0" presId="urn:microsoft.com/office/officeart/2005/8/layout/cycle6"/>
    <dgm:cxn modelId="{65249D54-8580-4610-8FD6-0CEF0A3196A9}" type="presParOf" srcId="{EFAE7302-6632-4D60-A96D-23F394241DE4}" destId="{BB6CD61F-322C-4EEA-85CC-48F3CC9DA29B}" srcOrd="78" destOrd="0" presId="urn:microsoft.com/office/officeart/2005/8/layout/cycle6"/>
    <dgm:cxn modelId="{CEE2CE8C-B6B2-4AFF-B0CC-97EEE00BC151}" type="presParOf" srcId="{EFAE7302-6632-4D60-A96D-23F394241DE4}" destId="{97AD30FD-571A-4F8C-8E69-85180761E85D}" srcOrd="79" destOrd="0" presId="urn:microsoft.com/office/officeart/2005/8/layout/cycle6"/>
    <dgm:cxn modelId="{C6E35F9A-DD06-41D6-8CFE-8BAA68288327}" type="presParOf" srcId="{EFAE7302-6632-4D60-A96D-23F394241DE4}" destId="{F9A0D072-B17C-43D0-9A88-104CAF700717}" srcOrd="80" destOrd="0" presId="urn:microsoft.com/office/officeart/2005/8/layout/cycle6"/>
    <dgm:cxn modelId="{1EF7AF03-BF21-4C2A-AB76-D9E252EB61D5}" type="presParOf" srcId="{EFAE7302-6632-4D60-A96D-23F394241DE4}" destId="{98BE2733-5EA3-4FB9-B572-1CE18B1FAD50}" srcOrd="81" destOrd="0" presId="urn:microsoft.com/office/officeart/2005/8/layout/cycle6"/>
    <dgm:cxn modelId="{64DC27C3-1586-4693-8D82-FF1B82B7E714}" type="presParOf" srcId="{EFAE7302-6632-4D60-A96D-23F394241DE4}" destId="{251E8F09-86AE-4903-9E8B-058B849FCB04}" srcOrd="82" destOrd="0" presId="urn:microsoft.com/office/officeart/2005/8/layout/cycle6"/>
    <dgm:cxn modelId="{F165095F-4CB9-4610-BCE4-639C3B77DB56}" type="presParOf" srcId="{EFAE7302-6632-4D60-A96D-23F394241DE4}" destId="{7F89DABF-7369-48F0-8963-A2942746E850}" srcOrd="83" destOrd="0" presId="urn:microsoft.com/office/officeart/2005/8/layout/cycle6"/>
    <dgm:cxn modelId="{FD5817DE-DE73-463D-B9EE-79ABBFA8997D}" type="presParOf" srcId="{EFAE7302-6632-4D60-A96D-23F394241DE4}" destId="{CD308359-DDF9-4556-B21D-E2264F4EE573}" srcOrd="84" destOrd="0" presId="urn:microsoft.com/office/officeart/2005/8/layout/cycle6"/>
    <dgm:cxn modelId="{7D1895A4-A526-48CA-A4F7-271CD5F8E90F}" type="presParOf" srcId="{EFAE7302-6632-4D60-A96D-23F394241DE4}" destId="{F968E9D9-3C8D-4C82-BD13-F54DE66BCE27}" srcOrd="85" destOrd="0" presId="urn:microsoft.com/office/officeart/2005/8/layout/cycle6"/>
    <dgm:cxn modelId="{328DF047-38A3-4DF0-9BE0-2766AC659E19}" type="presParOf" srcId="{EFAE7302-6632-4D60-A96D-23F394241DE4}" destId="{81F2DA4D-EFC8-4AA8-9C5F-683BBAC275F5}" srcOrd="86" destOrd="0" presId="urn:microsoft.com/office/officeart/2005/8/layout/cycle6"/>
    <dgm:cxn modelId="{5C7949FF-3ADE-457A-A5D6-356A627259CC}" type="presParOf" srcId="{EFAE7302-6632-4D60-A96D-23F394241DE4}" destId="{9AC4915E-252C-49E2-84A8-90A6E8385642}" srcOrd="87" destOrd="0" presId="urn:microsoft.com/office/officeart/2005/8/layout/cycle6"/>
    <dgm:cxn modelId="{BA2B807E-56B4-44CF-9701-4824BBA5F7B3}" type="presParOf" srcId="{EFAE7302-6632-4D60-A96D-23F394241DE4}" destId="{90DC71D3-7FED-47C0-AFD0-4EAC0EA8659A}" srcOrd="88" destOrd="0" presId="urn:microsoft.com/office/officeart/2005/8/layout/cycle6"/>
    <dgm:cxn modelId="{16CF8C94-39BE-415F-AEAF-E011338A4E47}" type="presParOf" srcId="{EFAE7302-6632-4D60-A96D-23F394241DE4}" destId="{10B85967-A5CA-441C-B74B-8FD7919CBCCC}" srcOrd="89" destOrd="0" presId="urn:microsoft.com/office/officeart/2005/8/layout/cycle6"/>
    <dgm:cxn modelId="{27C96D2A-4035-40A4-A917-371CD88FF62C}" type="presParOf" srcId="{EFAE7302-6632-4D60-A96D-23F394241DE4}" destId="{F724F2BE-3492-48DF-BEB0-18E86EC3383D}" srcOrd="90" destOrd="0" presId="urn:microsoft.com/office/officeart/2005/8/layout/cycle6"/>
    <dgm:cxn modelId="{69E1951E-B96B-495F-9493-51B39C3B58A0}" type="presParOf" srcId="{EFAE7302-6632-4D60-A96D-23F394241DE4}" destId="{1E3A32DE-60CE-418E-8DBF-72B8A707C45D}" srcOrd="91" destOrd="0" presId="urn:microsoft.com/office/officeart/2005/8/layout/cycle6"/>
    <dgm:cxn modelId="{754B885B-6A21-4CD5-B7BB-C2E82740CF0B}" type="presParOf" srcId="{EFAE7302-6632-4D60-A96D-23F394241DE4}" destId="{D385CF75-2DC0-41B5-94A8-CB366CF3094B}" srcOrd="92" destOrd="0" presId="urn:microsoft.com/office/officeart/2005/8/layout/cycle6"/>
    <dgm:cxn modelId="{DC5B14C5-6C83-4A9E-B848-EA213193A96B}" type="presParOf" srcId="{EFAE7302-6632-4D60-A96D-23F394241DE4}" destId="{503B42BA-B449-428B-A7CE-2DFEE7DEF4F0}" srcOrd="93" destOrd="0" presId="urn:microsoft.com/office/officeart/2005/8/layout/cycle6"/>
    <dgm:cxn modelId="{CBF05431-E5F6-4493-B574-B7D42A237953}" type="presParOf" srcId="{EFAE7302-6632-4D60-A96D-23F394241DE4}" destId="{3E256912-B98B-4477-9DD1-348D614FCC59}" srcOrd="94" destOrd="0" presId="urn:microsoft.com/office/officeart/2005/8/layout/cycle6"/>
    <dgm:cxn modelId="{CB6D4EFD-30B9-4E07-86DF-A32B31757F61}" type="presParOf" srcId="{EFAE7302-6632-4D60-A96D-23F394241DE4}" destId="{5CFB3FD2-2DF6-4205-823E-F0FEC3D98719}" srcOrd="9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F6A2BA-40B6-4187-AFF8-F8F9AF80E7F9}" type="doc">
      <dgm:prSet loTypeId="urn:microsoft.com/office/officeart/2005/8/layout/cycle6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B7A3099-1224-4ECB-902C-396EC7BA796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3175"/>
      </dgm:spPr>
      <dgm:t>
        <a:bodyPr/>
        <a:lstStyle/>
        <a:p>
          <a:r>
            <a:rPr lang="en-US" sz="900" dirty="0">
              <a:solidFill>
                <a:schemeClr val="tx1"/>
              </a:solidFill>
            </a:rPr>
            <a:t>00</a:t>
          </a:r>
        </a:p>
      </dgm:t>
    </dgm:pt>
    <dgm:pt modelId="{46544552-34FE-49BE-BA33-CC66D1619F8A}" type="parTrans" cxnId="{6C05350F-B991-4F58-97D1-AE4044723B42}">
      <dgm:prSet/>
      <dgm:spPr/>
      <dgm:t>
        <a:bodyPr/>
        <a:lstStyle/>
        <a:p>
          <a:endParaRPr lang="en-US"/>
        </a:p>
      </dgm:t>
    </dgm:pt>
    <dgm:pt modelId="{50D7F308-47D9-4906-97CC-2D84909FC247}" type="sibTrans" cxnId="{6C05350F-B991-4F58-97D1-AE4044723B42}">
      <dgm:prSet/>
      <dgm:spPr>
        <a:ln w="3175"/>
      </dgm:spPr>
      <dgm:t>
        <a:bodyPr/>
        <a:lstStyle/>
        <a:p>
          <a:endParaRPr lang="en-US" sz="2800"/>
        </a:p>
      </dgm:t>
    </dgm:pt>
    <dgm:pt modelId="{05255914-D32A-40B4-8C21-21202418932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chemeClr val="bg1"/>
              </a:solidFill>
            </a:rPr>
            <a:t>01</a:t>
          </a:r>
        </a:p>
      </dgm:t>
    </dgm:pt>
    <dgm:pt modelId="{739FD09D-8045-4F96-B9E7-D3DCBC8AC11E}" type="parTrans" cxnId="{92B7CF88-19DA-4C68-B48A-56C5D09BD078}">
      <dgm:prSet/>
      <dgm:spPr/>
      <dgm:t>
        <a:bodyPr/>
        <a:lstStyle/>
        <a:p>
          <a:endParaRPr lang="en-US"/>
        </a:p>
      </dgm:t>
    </dgm:pt>
    <dgm:pt modelId="{DF2D58BB-B07E-4427-B0B4-7328C7A546CF}" type="sibTrans" cxnId="{92B7CF88-19DA-4C68-B48A-56C5D09BD078}">
      <dgm:prSet/>
      <dgm:spPr>
        <a:ln w="3175"/>
      </dgm:spPr>
      <dgm:t>
        <a:bodyPr/>
        <a:lstStyle/>
        <a:p>
          <a:endParaRPr lang="en-US" sz="2800"/>
        </a:p>
      </dgm:t>
    </dgm:pt>
    <dgm:pt modelId="{CF291975-5B89-42C1-A954-78B0363C5805}">
      <dgm:prSet phldrT="[Text]" custT="1"/>
      <dgm:spPr>
        <a:ln w="3175"/>
      </dgm:spPr>
      <dgm:t>
        <a:bodyPr/>
        <a:lstStyle/>
        <a:p>
          <a:r>
            <a:rPr lang="en-US" sz="900" dirty="0"/>
            <a:t>02</a:t>
          </a:r>
        </a:p>
      </dgm:t>
    </dgm:pt>
    <dgm:pt modelId="{F3DC7968-B68E-4A83-B115-D21E76300FFF}" type="parTrans" cxnId="{29A30ADC-A6BC-435E-945B-0D4B92AD8430}">
      <dgm:prSet/>
      <dgm:spPr/>
      <dgm:t>
        <a:bodyPr/>
        <a:lstStyle/>
        <a:p>
          <a:endParaRPr lang="en-US"/>
        </a:p>
      </dgm:t>
    </dgm:pt>
    <dgm:pt modelId="{BB5988A9-792F-4F35-BF7A-F0D97FB3530B}" type="sibTrans" cxnId="{29A30ADC-A6BC-435E-945B-0D4B92AD8430}">
      <dgm:prSet/>
      <dgm:spPr>
        <a:ln w="3175"/>
      </dgm:spPr>
      <dgm:t>
        <a:bodyPr/>
        <a:lstStyle/>
        <a:p>
          <a:endParaRPr lang="en-US" sz="2800"/>
        </a:p>
      </dgm:t>
    </dgm:pt>
    <dgm:pt modelId="{0F1EED64-1422-4916-86A1-6EC539D1088A}">
      <dgm:prSet phldrT="[Text]" custT="1"/>
      <dgm:spPr>
        <a:ln w="3175"/>
      </dgm:spPr>
      <dgm:t>
        <a:bodyPr/>
        <a:lstStyle/>
        <a:p>
          <a:r>
            <a:rPr lang="en-US" sz="900" dirty="0"/>
            <a:t>03</a:t>
          </a:r>
        </a:p>
      </dgm:t>
    </dgm:pt>
    <dgm:pt modelId="{A31802B4-E52B-4F45-9C81-62E72A979B4E}" type="parTrans" cxnId="{F506E86B-8150-47A3-B191-82DF382E8CD4}">
      <dgm:prSet/>
      <dgm:spPr/>
      <dgm:t>
        <a:bodyPr/>
        <a:lstStyle/>
        <a:p>
          <a:endParaRPr lang="en-US"/>
        </a:p>
      </dgm:t>
    </dgm:pt>
    <dgm:pt modelId="{C682A7C4-7A1C-44E3-9B83-DF842E56DA03}" type="sibTrans" cxnId="{F506E86B-8150-47A3-B191-82DF382E8CD4}">
      <dgm:prSet/>
      <dgm:spPr>
        <a:ln w="3175"/>
      </dgm:spPr>
      <dgm:t>
        <a:bodyPr/>
        <a:lstStyle/>
        <a:p>
          <a:endParaRPr lang="en-US" sz="2800"/>
        </a:p>
      </dgm:t>
    </dgm:pt>
    <dgm:pt modelId="{EA111F39-A024-4AB2-977C-8988D99FEE4B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04</a:t>
          </a:r>
        </a:p>
      </dgm:t>
    </dgm:pt>
    <dgm:pt modelId="{677D4B4F-F54C-408A-B8A9-FB080E0A8B92}" type="parTrans" cxnId="{0ED10D25-2B43-4953-84C0-C0E9E9235DCD}">
      <dgm:prSet/>
      <dgm:spPr/>
      <dgm:t>
        <a:bodyPr/>
        <a:lstStyle/>
        <a:p>
          <a:endParaRPr lang="en-US"/>
        </a:p>
      </dgm:t>
    </dgm:pt>
    <dgm:pt modelId="{AA774F68-286C-419B-8B7D-02F83155FDF4}" type="sibTrans" cxnId="{0ED10D25-2B43-4953-84C0-C0E9E9235DCD}">
      <dgm:prSet/>
      <dgm:spPr>
        <a:ln w="3175"/>
      </dgm:spPr>
      <dgm:t>
        <a:bodyPr/>
        <a:lstStyle/>
        <a:p>
          <a:endParaRPr lang="en-US" sz="2800"/>
        </a:p>
      </dgm:t>
    </dgm:pt>
    <dgm:pt modelId="{B84CDA86-2342-4CD5-A2D0-3EE2D6B77400}">
      <dgm:prSet phldrT="[Text]" custT="1"/>
      <dgm:spPr>
        <a:ln w="3175"/>
      </dgm:spPr>
      <dgm:t>
        <a:bodyPr/>
        <a:lstStyle/>
        <a:p>
          <a:r>
            <a:rPr lang="en-US" sz="900" dirty="0"/>
            <a:t>05</a:t>
          </a:r>
        </a:p>
      </dgm:t>
    </dgm:pt>
    <dgm:pt modelId="{6D543B5E-EEF0-418E-B140-9726487CF57E}" type="parTrans" cxnId="{A8717369-5DD7-4FC7-8DA8-D37B79527841}">
      <dgm:prSet/>
      <dgm:spPr/>
      <dgm:t>
        <a:bodyPr/>
        <a:lstStyle/>
        <a:p>
          <a:endParaRPr lang="en-US"/>
        </a:p>
      </dgm:t>
    </dgm:pt>
    <dgm:pt modelId="{29F8A4A0-082D-4991-B443-0A8AFA42422B}" type="sibTrans" cxnId="{A8717369-5DD7-4FC7-8DA8-D37B79527841}">
      <dgm:prSet/>
      <dgm:spPr>
        <a:ln w="3175"/>
      </dgm:spPr>
      <dgm:t>
        <a:bodyPr/>
        <a:lstStyle/>
        <a:p>
          <a:endParaRPr lang="en-US" sz="2800"/>
        </a:p>
      </dgm:t>
    </dgm:pt>
    <dgm:pt modelId="{5625A0BA-3784-45B6-97EC-2096A47B399F}">
      <dgm:prSet phldrT="[Text]" custT="1"/>
      <dgm:spPr>
        <a:ln w="3175"/>
      </dgm:spPr>
      <dgm:t>
        <a:bodyPr/>
        <a:lstStyle/>
        <a:p>
          <a:r>
            <a:rPr lang="en-US" sz="900" dirty="0"/>
            <a:t>06</a:t>
          </a:r>
        </a:p>
      </dgm:t>
    </dgm:pt>
    <dgm:pt modelId="{51144210-2446-443F-A25F-970665996710}" type="parTrans" cxnId="{9546C045-C4C2-4C71-84A9-8821CE74D4A7}">
      <dgm:prSet/>
      <dgm:spPr/>
      <dgm:t>
        <a:bodyPr/>
        <a:lstStyle/>
        <a:p>
          <a:endParaRPr lang="en-US"/>
        </a:p>
      </dgm:t>
    </dgm:pt>
    <dgm:pt modelId="{A6D5980C-35E2-4AB0-8246-6AAB28C06B23}" type="sibTrans" cxnId="{9546C045-C4C2-4C71-84A9-8821CE74D4A7}">
      <dgm:prSet/>
      <dgm:spPr>
        <a:ln w="3175"/>
      </dgm:spPr>
      <dgm:t>
        <a:bodyPr/>
        <a:lstStyle/>
        <a:p>
          <a:endParaRPr lang="en-US" sz="2800"/>
        </a:p>
      </dgm:t>
    </dgm:pt>
    <dgm:pt modelId="{B2DF35EF-9BDC-40A7-BFCA-A1A3E1293144}">
      <dgm:prSet phldrT="[Text]" custT="1"/>
      <dgm:spPr>
        <a:ln w="3175"/>
      </dgm:spPr>
      <dgm:t>
        <a:bodyPr/>
        <a:lstStyle/>
        <a:p>
          <a:r>
            <a:rPr lang="en-US" sz="900" dirty="0"/>
            <a:t>07</a:t>
          </a:r>
        </a:p>
      </dgm:t>
    </dgm:pt>
    <dgm:pt modelId="{2769CC40-045F-4640-A563-15B6F6571048}" type="parTrans" cxnId="{C53B7F7A-3F7C-4500-9CAA-E1066ACD9201}">
      <dgm:prSet/>
      <dgm:spPr/>
      <dgm:t>
        <a:bodyPr/>
        <a:lstStyle/>
        <a:p>
          <a:endParaRPr lang="en-US"/>
        </a:p>
      </dgm:t>
    </dgm:pt>
    <dgm:pt modelId="{3515389E-A2D9-4A91-A416-D06FB2BCF4D7}" type="sibTrans" cxnId="{C53B7F7A-3F7C-4500-9CAA-E1066ACD9201}">
      <dgm:prSet/>
      <dgm:spPr>
        <a:ln w="3175"/>
      </dgm:spPr>
      <dgm:t>
        <a:bodyPr/>
        <a:lstStyle/>
        <a:p>
          <a:endParaRPr lang="en-US" sz="2800"/>
        </a:p>
      </dgm:t>
    </dgm:pt>
    <dgm:pt modelId="{868767A5-C3E4-4645-9C8D-69D5627043D3}">
      <dgm:prSet phldrT="[Text]" custT="1"/>
      <dgm:spPr>
        <a:ln w="3175"/>
      </dgm:spPr>
      <dgm:t>
        <a:bodyPr/>
        <a:lstStyle/>
        <a:p>
          <a:r>
            <a:rPr lang="en-US" sz="900" dirty="0"/>
            <a:t>08</a:t>
          </a:r>
        </a:p>
      </dgm:t>
    </dgm:pt>
    <dgm:pt modelId="{09A882C0-93B2-4C56-BE95-EDAAA5B0FF47}" type="parTrans" cxnId="{D30E7CF0-5B4B-40D3-96D0-383F887793FD}">
      <dgm:prSet/>
      <dgm:spPr/>
      <dgm:t>
        <a:bodyPr/>
        <a:lstStyle/>
        <a:p>
          <a:endParaRPr lang="en-US"/>
        </a:p>
      </dgm:t>
    </dgm:pt>
    <dgm:pt modelId="{BE0F9672-9967-4BB3-945A-82902934D4C9}" type="sibTrans" cxnId="{D30E7CF0-5B4B-40D3-96D0-383F887793FD}">
      <dgm:prSet/>
      <dgm:spPr>
        <a:ln w="3175"/>
      </dgm:spPr>
      <dgm:t>
        <a:bodyPr/>
        <a:lstStyle/>
        <a:p>
          <a:endParaRPr lang="en-US" sz="2800"/>
        </a:p>
      </dgm:t>
    </dgm:pt>
    <dgm:pt modelId="{9281F980-DBAB-4458-BA3E-080893361045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09</a:t>
          </a:r>
        </a:p>
      </dgm:t>
    </dgm:pt>
    <dgm:pt modelId="{FC98046A-08E0-48A4-B812-F4BADECAFB37}" type="parTrans" cxnId="{1F774BA2-9135-42D7-A6A7-1C39E6459835}">
      <dgm:prSet/>
      <dgm:spPr/>
      <dgm:t>
        <a:bodyPr/>
        <a:lstStyle/>
        <a:p>
          <a:endParaRPr lang="en-US"/>
        </a:p>
      </dgm:t>
    </dgm:pt>
    <dgm:pt modelId="{EE9F8E24-F686-4CD7-B40D-889B181D327C}" type="sibTrans" cxnId="{1F774BA2-9135-42D7-A6A7-1C39E6459835}">
      <dgm:prSet/>
      <dgm:spPr>
        <a:ln w="3175"/>
      </dgm:spPr>
      <dgm:t>
        <a:bodyPr/>
        <a:lstStyle/>
        <a:p>
          <a:endParaRPr lang="en-US" sz="2800"/>
        </a:p>
      </dgm:t>
    </dgm:pt>
    <dgm:pt modelId="{A895021A-1FC9-40D9-9A23-C05D673066F3}">
      <dgm:prSet phldrT="[Text]" custT="1"/>
      <dgm:spPr>
        <a:ln w="3175"/>
      </dgm:spPr>
      <dgm:t>
        <a:bodyPr/>
        <a:lstStyle/>
        <a:p>
          <a:r>
            <a:rPr lang="en-US" sz="900" dirty="0"/>
            <a:t>10</a:t>
          </a:r>
        </a:p>
      </dgm:t>
    </dgm:pt>
    <dgm:pt modelId="{ED7432BF-B985-48B1-B8F2-801A42157DE6}" type="parTrans" cxnId="{3D4E97EA-89D6-4F69-8109-635B0AF236FD}">
      <dgm:prSet/>
      <dgm:spPr/>
      <dgm:t>
        <a:bodyPr/>
        <a:lstStyle/>
        <a:p>
          <a:endParaRPr lang="en-US"/>
        </a:p>
      </dgm:t>
    </dgm:pt>
    <dgm:pt modelId="{C63CE439-C9A4-437A-AA24-C2B1C4D3EC13}" type="sibTrans" cxnId="{3D4E97EA-89D6-4F69-8109-635B0AF236FD}">
      <dgm:prSet/>
      <dgm:spPr>
        <a:ln w="3175"/>
      </dgm:spPr>
      <dgm:t>
        <a:bodyPr/>
        <a:lstStyle/>
        <a:p>
          <a:endParaRPr lang="en-US" sz="2800"/>
        </a:p>
      </dgm:t>
    </dgm:pt>
    <dgm:pt modelId="{EE1F149E-F983-420A-AE26-0CA291A969CC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11</a:t>
          </a:r>
        </a:p>
      </dgm:t>
    </dgm:pt>
    <dgm:pt modelId="{9B36F709-981A-4F1F-96A6-2972426A3A63}" type="parTrans" cxnId="{C4D13FB4-0FD1-48FF-AB4B-035F479BA4E7}">
      <dgm:prSet/>
      <dgm:spPr/>
      <dgm:t>
        <a:bodyPr/>
        <a:lstStyle/>
        <a:p>
          <a:endParaRPr lang="en-US"/>
        </a:p>
      </dgm:t>
    </dgm:pt>
    <dgm:pt modelId="{3FDD498B-C338-4F3C-9707-6A31F5EB9217}" type="sibTrans" cxnId="{C4D13FB4-0FD1-48FF-AB4B-035F479BA4E7}">
      <dgm:prSet/>
      <dgm:spPr>
        <a:ln w="3175"/>
      </dgm:spPr>
      <dgm:t>
        <a:bodyPr/>
        <a:lstStyle/>
        <a:p>
          <a:endParaRPr lang="en-US" sz="2800"/>
        </a:p>
      </dgm:t>
    </dgm:pt>
    <dgm:pt modelId="{3EBDEC13-B94B-424C-B6D8-E23828E29484}">
      <dgm:prSet phldrT="[Text]" custT="1"/>
      <dgm:spPr>
        <a:ln w="3175"/>
      </dgm:spPr>
      <dgm:t>
        <a:bodyPr/>
        <a:lstStyle/>
        <a:p>
          <a:r>
            <a:rPr lang="en-US" sz="900" dirty="0"/>
            <a:t>12</a:t>
          </a:r>
        </a:p>
      </dgm:t>
    </dgm:pt>
    <dgm:pt modelId="{4194DC5B-FCB2-47F2-A7AB-F8C802D2C380}" type="parTrans" cxnId="{EBC68FFD-0F35-4FBB-B798-DB0A754358E6}">
      <dgm:prSet/>
      <dgm:spPr/>
      <dgm:t>
        <a:bodyPr/>
        <a:lstStyle/>
        <a:p>
          <a:endParaRPr lang="en-US"/>
        </a:p>
      </dgm:t>
    </dgm:pt>
    <dgm:pt modelId="{910D43BF-2E12-4265-8F31-790375B138D8}" type="sibTrans" cxnId="{EBC68FFD-0F35-4FBB-B798-DB0A754358E6}">
      <dgm:prSet/>
      <dgm:spPr>
        <a:ln w="3175"/>
      </dgm:spPr>
      <dgm:t>
        <a:bodyPr/>
        <a:lstStyle/>
        <a:p>
          <a:endParaRPr lang="en-US" sz="2800"/>
        </a:p>
      </dgm:t>
    </dgm:pt>
    <dgm:pt modelId="{DB1B9677-421A-4935-8C22-9192CE87F0FF}">
      <dgm:prSet phldrT="[Text]" custT="1"/>
      <dgm:spPr>
        <a:ln w="3175"/>
      </dgm:spPr>
      <dgm:t>
        <a:bodyPr/>
        <a:lstStyle/>
        <a:p>
          <a:r>
            <a:rPr lang="en-US" sz="900" dirty="0"/>
            <a:t>13</a:t>
          </a:r>
        </a:p>
      </dgm:t>
    </dgm:pt>
    <dgm:pt modelId="{C1DA78D6-0CE1-41A2-A0EE-D8D11B345670}" type="parTrans" cxnId="{1A792AAE-2086-4C09-9299-F978E6D076E1}">
      <dgm:prSet/>
      <dgm:spPr/>
      <dgm:t>
        <a:bodyPr/>
        <a:lstStyle/>
        <a:p>
          <a:endParaRPr lang="en-US"/>
        </a:p>
      </dgm:t>
    </dgm:pt>
    <dgm:pt modelId="{8BCD7E9B-E908-4EDF-8514-EDD1DB17AEBC}" type="sibTrans" cxnId="{1A792AAE-2086-4C09-9299-F978E6D076E1}">
      <dgm:prSet/>
      <dgm:spPr>
        <a:ln w="3175"/>
      </dgm:spPr>
      <dgm:t>
        <a:bodyPr/>
        <a:lstStyle/>
        <a:p>
          <a:endParaRPr lang="en-US" sz="2800"/>
        </a:p>
      </dgm:t>
    </dgm:pt>
    <dgm:pt modelId="{939662E8-1580-40AE-9B6C-323E8300E63E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14</a:t>
          </a:r>
        </a:p>
      </dgm:t>
    </dgm:pt>
    <dgm:pt modelId="{A9B8F123-7BAB-41C3-840A-4F646C50888F}" type="parTrans" cxnId="{9576AAAE-58F2-424F-B8E3-B337460ABDE1}">
      <dgm:prSet/>
      <dgm:spPr/>
      <dgm:t>
        <a:bodyPr/>
        <a:lstStyle/>
        <a:p>
          <a:endParaRPr lang="en-US"/>
        </a:p>
      </dgm:t>
    </dgm:pt>
    <dgm:pt modelId="{122F0F2A-9D73-4F96-9BEF-3D5D0F3739CC}" type="sibTrans" cxnId="{9576AAAE-58F2-424F-B8E3-B337460ABDE1}">
      <dgm:prSet/>
      <dgm:spPr>
        <a:ln w="3175"/>
      </dgm:spPr>
      <dgm:t>
        <a:bodyPr/>
        <a:lstStyle/>
        <a:p>
          <a:endParaRPr lang="en-US" sz="2800"/>
        </a:p>
      </dgm:t>
    </dgm:pt>
    <dgm:pt modelId="{A8370C54-57BB-4D77-84F2-21B7BBCB8CD1}">
      <dgm:prSet phldrT="[Text]" custT="1"/>
      <dgm:spPr>
        <a:ln w="3175"/>
      </dgm:spPr>
      <dgm:t>
        <a:bodyPr/>
        <a:lstStyle/>
        <a:p>
          <a:r>
            <a:rPr lang="en-US" sz="900" dirty="0"/>
            <a:t>15</a:t>
          </a:r>
        </a:p>
      </dgm:t>
    </dgm:pt>
    <dgm:pt modelId="{2A095022-B111-4BF4-8A3A-F583A99A0136}" type="parTrans" cxnId="{F90BA62E-E794-48A5-8857-5262442DCA4D}">
      <dgm:prSet/>
      <dgm:spPr/>
      <dgm:t>
        <a:bodyPr/>
        <a:lstStyle/>
        <a:p>
          <a:endParaRPr lang="en-US"/>
        </a:p>
      </dgm:t>
    </dgm:pt>
    <dgm:pt modelId="{3D64D77A-FD09-4D3C-876D-C0CB137E62CD}" type="sibTrans" cxnId="{F90BA62E-E794-48A5-8857-5262442DCA4D}">
      <dgm:prSet/>
      <dgm:spPr>
        <a:ln w="3175"/>
      </dgm:spPr>
      <dgm:t>
        <a:bodyPr/>
        <a:lstStyle/>
        <a:p>
          <a:endParaRPr lang="en-US" sz="2800"/>
        </a:p>
      </dgm:t>
    </dgm:pt>
    <dgm:pt modelId="{83672DD1-994D-4D7A-9A37-481E9664950D}">
      <dgm:prSet phldrT="[Text]" custT="1"/>
      <dgm:spPr>
        <a:ln w="3175"/>
      </dgm:spPr>
      <dgm:t>
        <a:bodyPr/>
        <a:lstStyle/>
        <a:p>
          <a:r>
            <a:rPr lang="en-US" sz="900" dirty="0"/>
            <a:t>16</a:t>
          </a:r>
        </a:p>
      </dgm:t>
    </dgm:pt>
    <dgm:pt modelId="{DDC0B2F7-016B-4613-8A55-5AA6A2FDE60C}" type="parTrans" cxnId="{88623BD7-0B78-4848-B319-4C616239BAB7}">
      <dgm:prSet/>
      <dgm:spPr/>
      <dgm:t>
        <a:bodyPr/>
        <a:lstStyle/>
        <a:p>
          <a:endParaRPr lang="en-US"/>
        </a:p>
      </dgm:t>
    </dgm:pt>
    <dgm:pt modelId="{B40BDC04-4CE6-4D7E-9F97-0E08939E39C6}" type="sibTrans" cxnId="{88623BD7-0B78-4848-B319-4C616239BAB7}">
      <dgm:prSet/>
      <dgm:spPr>
        <a:ln w="3175"/>
      </dgm:spPr>
      <dgm:t>
        <a:bodyPr/>
        <a:lstStyle/>
        <a:p>
          <a:endParaRPr lang="en-US" sz="2800"/>
        </a:p>
      </dgm:t>
    </dgm:pt>
    <dgm:pt modelId="{FB04C0DC-EAE0-413B-AB0C-0534D7083871}">
      <dgm:prSet phldrT="[Text]" custT="1"/>
      <dgm:spPr>
        <a:ln w="3175"/>
      </dgm:spPr>
      <dgm:t>
        <a:bodyPr/>
        <a:lstStyle/>
        <a:p>
          <a:r>
            <a:rPr lang="en-US" sz="900" dirty="0"/>
            <a:t>17</a:t>
          </a:r>
        </a:p>
      </dgm:t>
    </dgm:pt>
    <dgm:pt modelId="{3EEDB1CF-A50E-4C9A-8150-B0451961C9D5}" type="parTrans" cxnId="{1026074B-CC37-4BE4-828F-B18EFD1D274C}">
      <dgm:prSet/>
      <dgm:spPr/>
      <dgm:t>
        <a:bodyPr/>
        <a:lstStyle/>
        <a:p>
          <a:endParaRPr lang="en-US"/>
        </a:p>
      </dgm:t>
    </dgm:pt>
    <dgm:pt modelId="{5F59E52A-EEFC-4001-A3E3-1E6D1568133C}" type="sibTrans" cxnId="{1026074B-CC37-4BE4-828F-B18EFD1D274C}">
      <dgm:prSet/>
      <dgm:spPr>
        <a:ln w="3175"/>
      </dgm:spPr>
      <dgm:t>
        <a:bodyPr/>
        <a:lstStyle/>
        <a:p>
          <a:endParaRPr lang="en-US" sz="2800"/>
        </a:p>
      </dgm:t>
    </dgm:pt>
    <dgm:pt modelId="{BAB1302C-DD81-4AE2-A8FB-5C6A8E8133E8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18</a:t>
          </a:r>
        </a:p>
      </dgm:t>
    </dgm:pt>
    <dgm:pt modelId="{B37CBE12-A1DC-48AE-9D35-BC5397163DD3}" type="parTrans" cxnId="{0B4ECD0A-BE7F-46F0-9F93-AB82BB4736EF}">
      <dgm:prSet/>
      <dgm:spPr/>
      <dgm:t>
        <a:bodyPr/>
        <a:lstStyle/>
        <a:p>
          <a:endParaRPr lang="en-US"/>
        </a:p>
      </dgm:t>
    </dgm:pt>
    <dgm:pt modelId="{E18762FF-2354-4F30-90ED-6FBC8FFF9078}" type="sibTrans" cxnId="{0B4ECD0A-BE7F-46F0-9F93-AB82BB4736EF}">
      <dgm:prSet/>
      <dgm:spPr>
        <a:ln w="3175"/>
      </dgm:spPr>
      <dgm:t>
        <a:bodyPr/>
        <a:lstStyle/>
        <a:p>
          <a:endParaRPr lang="en-US" sz="2800"/>
        </a:p>
      </dgm:t>
    </dgm:pt>
    <dgm:pt modelId="{A69216B9-B887-4EAA-9118-9814BCE4A626}">
      <dgm:prSet phldrT="[Text]" custT="1"/>
      <dgm:spPr>
        <a:ln w="3175"/>
      </dgm:spPr>
      <dgm:t>
        <a:bodyPr/>
        <a:lstStyle/>
        <a:p>
          <a:r>
            <a:rPr lang="en-US" sz="900" dirty="0"/>
            <a:t>19</a:t>
          </a:r>
        </a:p>
      </dgm:t>
    </dgm:pt>
    <dgm:pt modelId="{1D5DB990-5536-4125-944D-02ECBBA33DE4}" type="parTrans" cxnId="{07A50D78-6639-4A33-A74B-7706837DD05D}">
      <dgm:prSet/>
      <dgm:spPr/>
      <dgm:t>
        <a:bodyPr/>
        <a:lstStyle/>
        <a:p>
          <a:endParaRPr lang="en-US"/>
        </a:p>
      </dgm:t>
    </dgm:pt>
    <dgm:pt modelId="{EC947020-A574-4203-9CD7-6728E8A1F218}" type="sibTrans" cxnId="{07A50D78-6639-4A33-A74B-7706837DD05D}">
      <dgm:prSet/>
      <dgm:spPr>
        <a:ln w="3175"/>
      </dgm:spPr>
      <dgm:t>
        <a:bodyPr/>
        <a:lstStyle/>
        <a:p>
          <a:endParaRPr lang="en-US" sz="2800"/>
        </a:p>
      </dgm:t>
    </dgm:pt>
    <dgm:pt modelId="{76B5D27C-739F-4BE1-BB49-1559BF61D55D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20</a:t>
          </a:r>
        </a:p>
      </dgm:t>
    </dgm:pt>
    <dgm:pt modelId="{2119873A-C3A9-416C-A97E-7FBD1FC98807}" type="parTrans" cxnId="{1930D50E-D92E-4107-B01A-44265EC00184}">
      <dgm:prSet/>
      <dgm:spPr/>
      <dgm:t>
        <a:bodyPr/>
        <a:lstStyle/>
        <a:p>
          <a:endParaRPr lang="en-US"/>
        </a:p>
      </dgm:t>
    </dgm:pt>
    <dgm:pt modelId="{C55123D5-8763-48CB-8093-D52598355663}" type="sibTrans" cxnId="{1930D50E-D92E-4107-B01A-44265EC00184}">
      <dgm:prSet/>
      <dgm:spPr>
        <a:ln w="3175"/>
      </dgm:spPr>
      <dgm:t>
        <a:bodyPr/>
        <a:lstStyle/>
        <a:p>
          <a:endParaRPr lang="en-US" sz="2800"/>
        </a:p>
      </dgm:t>
    </dgm:pt>
    <dgm:pt modelId="{35385F59-FD3A-4E0E-806D-0D171FD73B60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21</a:t>
          </a:r>
        </a:p>
      </dgm:t>
    </dgm:pt>
    <dgm:pt modelId="{567BD894-944E-4EF2-8D98-51536C8E1C83}" type="parTrans" cxnId="{9FC3C574-02ED-4232-A01F-9EB4AFF41996}">
      <dgm:prSet/>
      <dgm:spPr/>
      <dgm:t>
        <a:bodyPr/>
        <a:lstStyle/>
        <a:p>
          <a:endParaRPr lang="en-US"/>
        </a:p>
      </dgm:t>
    </dgm:pt>
    <dgm:pt modelId="{6D67EEEA-04ED-4D88-A526-8907150BA8B9}" type="sibTrans" cxnId="{9FC3C574-02ED-4232-A01F-9EB4AFF41996}">
      <dgm:prSet/>
      <dgm:spPr>
        <a:ln w="3175"/>
      </dgm:spPr>
      <dgm:t>
        <a:bodyPr/>
        <a:lstStyle/>
        <a:p>
          <a:endParaRPr lang="en-US" sz="2800"/>
        </a:p>
      </dgm:t>
    </dgm:pt>
    <dgm:pt modelId="{4386FCAA-717C-484A-8040-46E0C7874DC0}">
      <dgm:prSet phldrT="[Text]" custT="1"/>
      <dgm:spPr>
        <a:ln w="3175"/>
      </dgm:spPr>
      <dgm:t>
        <a:bodyPr/>
        <a:lstStyle/>
        <a:p>
          <a:r>
            <a:rPr lang="en-US" sz="900" dirty="0"/>
            <a:t>22</a:t>
          </a:r>
        </a:p>
      </dgm:t>
    </dgm:pt>
    <dgm:pt modelId="{7B2FE6D5-2676-445F-AC55-28FB452BBC94}" type="parTrans" cxnId="{16A34594-33A6-4493-BA23-38BF5100BDF4}">
      <dgm:prSet/>
      <dgm:spPr/>
      <dgm:t>
        <a:bodyPr/>
        <a:lstStyle/>
        <a:p>
          <a:endParaRPr lang="en-US"/>
        </a:p>
      </dgm:t>
    </dgm:pt>
    <dgm:pt modelId="{1D060F47-F191-4433-AAC1-B798E8CB1418}" type="sibTrans" cxnId="{16A34594-33A6-4493-BA23-38BF5100BDF4}">
      <dgm:prSet/>
      <dgm:spPr>
        <a:ln w="3175"/>
      </dgm:spPr>
      <dgm:t>
        <a:bodyPr/>
        <a:lstStyle/>
        <a:p>
          <a:endParaRPr lang="en-US" sz="2800"/>
        </a:p>
      </dgm:t>
    </dgm:pt>
    <dgm:pt modelId="{BB217A16-9AF2-4D4B-B615-1E19EDAD0C53}">
      <dgm:prSet phldrT="[Text]" custT="1"/>
      <dgm:spPr>
        <a:ln w="3175"/>
      </dgm:spPr>
      <dgm:t>
        <a:bodyPr/>
        <a:lstStyle/>
        <a:p>
          <a:r>
            <a:rPr lang="en-US" sz="900" dirty="0"/>
            <a:t>23</a:t>
          </a:r>
        </a:p>
      </dgm:t>
    </dgm:pt>
    <dgm:pt modelId="{C1AA23A3-532B-4317-BA6C-EB24CD6F69A6}" type="parTrans" cxnId="{D864FDE6-AE68-4123-A8AA-7FC1D1294C03}">
      <dgm:prSet/>
      <dgm:spPr/>
      <dgm:t>
        <a:bodyPr/>
        <a:lstStyle/>
        <a:p>
          <a:endParaRPr lang="en-US"/>
        </a:p>
      </dgm:t>
    </dgm:pt>
    <dgm:pt modelId="{C0983ED0-8E1A-4C36-9B3F-D751B585C5F1}" type="sibTrans" cxnId="{D864FDE6-AE68-4123-A8AA-7FC1D1294C03}">
      <dgm:prSet/>
      <dgm:spPr>
        <a:ln w="3175"/>
      </dgm:spPr>
      <dgm:t>
        <a:bodyPr/>
        <a:lstStyle/>
        <a:p>
          <a:endParaRPr lang="en-US" sz="2800"/>
        </a:p>
      </dgm:t>
    </dgm:pt>
    <dgm:pt modelId="{79F5EE38-222D-4BAC-ABC2-B06CAE63135B}">
      <dgm:prSet phldrT="[Text]" custT="1"/>
      <dgm:spPr>
        <a:ln w="3175"/>
      </dgm:spPr>
      <dgm:t>
        <a:bodyPr/>
        <a:lstStyle/>
        <a:p>
          <a:r>
            <a:rPr lang="en-US" sz="900" dirty="0"/>
            <a:t>24</a:t>
          </a:r>
        </a:p>
      </dgm:t>
    </dgm:pt>
    <dgm:pt modelId="{3ADBA506-0986-4716-88E4-2981DF0CE09F}" type="parTrans" cxnId="{0C29EC76-D4AC-4DC4-9D40-265DA37EAA2C}">
      <dgm:prSet/>
      <dgm:spPr/>
      <dgm:t>
        <a:bodyPr/>
        <a:lstStyle/>
        <a:p>
          <a:endParaRPr lang="en-US"/>
        </a:p>
      </dgm:t>
    </dgm:pt>
    <dgm:pt modelId="{6C9FBB1A-9ABC-41ED-8500-19720D0A6187}" type="sibTrans" cxnId="{0C29EC76-D4AC-4DC4-9D40-265DA37EAA2C}">
      <dgm:prSet/>
      <dgm:spPr>
        <a:ln w="3175"/>
      </dgm:spPr>
      <dgm:t>
        <a:bodyPr/>
        <a:lstStyle/>
        <a:p>
          <a:endParaRPr lang="en-US" sz="2800"/>
        </a:p>
      </dgm:t>
    </dgm:pt>
    <dgm:pt modelId="{49E309A8-4ACE-4E24-9468-1B63E3F6A1C8}">
      <dgm:prSet phldrT="[Text]" custT="1"/>
      <dgm:spPr>
        <a:ln w="3175"/>
      </dgm:spPr>
      <dgm:t>
        <a:bodyPr/>
        <a:lstStyle/>
        <a:p>
          <a:r>
            <a:rPr lang="en-US" sz="900" dirty="0"/>
            <a:t>25</a:t>
          </a:r>
        </a:p>
      </dgm:t>
    </dgm:pt>
    <dgm:pt modelId="{D6C68469-A6BE-45BF-A540-5A9AD7D1FDCC}" type="parTrans" cxnId="{C49149D8-B800-4423-B48C-40A1637857E9}">
      <dgm:prSet/>
      <dgm:spPr/>
      <dgm:t>
        <a:bodyPr/>
        <a:lstStyle/>
        <a:p>
          <a:endParaRPr lang="en-US"/>
        </a:p>
      </dgm:t>
    </dgm:pt>
    <dgm:pt modelId="{7115A82F-A0CA-47E6-9A40-2F50E0CCCA35}" type="sibTrans" cxnId="{C49149D8-B800-4423-B48C-40A1637857E9}">
      <dgm:prSet/>
      <dgm:spPr>
        <a:ln w="3175"/>
      </dgm:spPr>
      <dgm:t>
        <a:bodyPr/>
        <a:lstStyle/>
        <a:p>
          <a:endParaRPr lang="en-US" sz="2800"/>
        </a:p>
      </dgm:t>
    </dgm:pt>
    <dgm:pt modelId="{D02FAA77-956C-45D2-8464-ED2559956DD2}">
      <dgm:prSet phldrT="[Text]" custT="1"/>
      <dgm:spPr>
        <a:ln w="3175"/>
      </dgm:spPr>
      <dgm:t>
        <a:bodyPr/>
        <a:lstStyle/>
        <a:p>
          <a:r>
            <a:rPr lang="en-US" sz="900" dirty="0"/>
            <a:t>26</a:t>
          </a:r>
        </a:p>
      </dgm:t>
    </dgm:pt>
    <dgm:pt modelId="{C79E506C-53D3-4E39-8681-67DEA5CADD14}" type="parTrans" cxnId="{9751F274-5EE9-4DEF-9205-CAB8BEE9F26A}">
      <dgm:prSet/>
      <dgm:spPr/>
      <dgm:t>
        <a:bodyPr/>
        <a:lstStyle/>
        <a:p>
          <a:endParaRPr lang="en-US"/>
        </a:p>
      </dgm:t>
    </dgm:pt>
    <dgm:pt modelId="{AC94AC6E-FC58-470F-95C8-F928ABB93594}" type="sibTrans" cxnId="{9751F274-5EE9-4DEF-9205-CAB8BEE9F26A}">
      <dgm:prSet/>
      <dgm:spPr>
        <a:ln w="3175"/>
      </dgm:spPr>
      <dgm:t>
        <a:bodyPr/>
        <a:lstStyle/>
        <a:p>
          <a:endParaRPr lang="en-US" sz="2800"/>
        </a:p>
      </dgm:t>
    </dgm:pt>
    <dgm:pt modelId="{BA2EC476-731E-4903-8F01-CC5FC637BFFF}">
      <dgm:prSet phldrT="[Text]" custT="1"/>
      <dgm:spPr>
        <a:ln w="3175"/>
      </dgm:spPr>
      <dgm:t>
        <a:bodyPr/>
        <a:lstStyle/>
        <a:p>
          <a:r>
            <a:rPr lang="en-US" sz="900" dirty="0"/>
            <a:t>27</a:t>
          </a:r>
        </a:p>
      </dgm:t>
    </dgm:pt>
    <dgm:pt modelId="{1E93F294-9191-4F3C-8C73-307BDA462CD8}" type="parTrans" cxnId="{DDAE6729-4ABF-4BA0-9066-ABCD3045B768}">
      <dgm:prSet/>
      <dgm:spPr/>
      <dgm:t>
        <a:bodyPr/>
        <a:lstStyle/>
        <a:p>
          <a:endParaRPr lang="en-US"/>
        </a:p>
      </dgm:t>
    </dgm:pt>
    <dgm:pt modelId="{C81C93CF-4ABC-443A-B46F-7B67B7A103B0}" type="sibTrans" cxnId="{DDAE6729-4ABF-4BA0-9066-ABCD3045B768}">
      <dgm:prSet/>
      <dgm:spPr>
        <a:ln w="3175"/>
      </dgm:spPr>
      <dgm:t>
        <a:bodyPr/>
        <a:lstStyle/>
        <a:p>
          <a:endParaRPr lang="en-US" sz="2800"/>
        </a:p>
      </dgm:t>
    </dgm:pt>
    <dgm:pt modelId="{48A59AEC-96FC-49B4-88EA-A3EB39384894}">
      <dgm:prSet phldrT="[Text]" custT="1">
        <dgm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dgm:style>
      </dgm:prSet>
      <dgm:spPr>
        <a:ln/>
      </dgm:spPr>
      <dgm:t>
        <a:bodyPr/>
        <a:lstStyle/>
        <a:p>
          <a:r>
            <a:rPr lang="en-US" sz="900" dirty="0">
              <a:solidFill>
                <a:srgbClr val="FFFFFF"/>
              </a:solidFill>
            </a:rPr>
            <a:t>28</a:t>
          </a:r>
        </a:p>
      </dgm:t>
    </dgm:pt>
    <dgm:pt modelId="{C44A88B5-B9C3-46DA-9DED-FD4A07327DFA}" type="parTrans" cxnId="{E4A6BC44-AE44-4BA5-B6D3-1BCE6AE0F149}">
      <dgm:prSet/>
      <dgm:spPr/>
      <dgm:t>
        <a:bodyPr/>
        <a:lstStyle/>
        <a:p>
          <a:endParaRPr lang="en-US"/>
        </a:p>
      </dgm:t>
    </dgm:pt>
    <dgm:pt modelId="{B7A4C8FA-340E-486F-81D8-FF544AB43A4E}" type="sibTrans" cxnId="{E4A6BC44-AE44-4BA5-B6D3-1BCE6AE0F149}">
      <dgm:prSet/>
      <dgm:spPr>
        <a:ln w="3175"/>
      </dgm:spPr>
      <dgm:t>
        <a:bodyPr/>
        <a:lstStyle/>
        <a:p>
          <a:endParaRPr lang="en-US" sz="2800"/>
        </a:p>
      </dgm:t>
    </dgm:pt>
    <dgm:pt modelId="{0C32458D-E832-48BB-9259-B17D8D2F155B}">
      <dgm:prSet phldrT="[Text]" custT="1"/>
      <dgm:spPr>
        <a:ln w="3175"/>
      </dgm:spPr>
      <dgm:t>
        <a:bodyPr/>
        <a:lstStyle/>
        <a:p>
          <a:r>
            <a:rPr lang="en-US" sz="900" dirty="0"/>
            <a:t>29</a:t>
          </a:r>
        </a:p>
      </dgm:t>
    </dgm:pt>
    <dgm:pt modelId="{4243369C-ADCF-43E1-B70D-7FEE941604AC}" type="parTrans" cxnId="{CA98B5B7-867D-41B4-A452-B4FC72D3A4DD}">
      <dgm:prSet/>
      <dgm:spPr/>
      <dgm:t>
        <a:bodyPr/>
        <a:lstStyle/>
        <a:p>
          <a:endParaRPr lang="en-US"/>
        </a:p>
      </dgm:t>
    </dgm:pt>
    <dgm:pt modelId="{DF88F8CF-9279-4F9F-A099-1B4E96148323}" type="sibTrans" cxnId="{CA98B5B7-867D-41B4-A452-B4FC72D3A4DD}">
      <dgm:prSet/>
      <dgm:spPr>
        <a:ln w="3175"/>
      </dgm:spPr>
      <dgm:t>
        <a:bodyPr/>
        <a:lstStyle/>
        <a:p>
          <a:endParaRPr lang="en-US" sz="2800"/>
        </a:p>
      </dgm:t>
    </dgm:pt>
    <dgm:pt modelId="{553BEC81-A978-430C-80DA-1DF185989AAF}">
      <dgm:prSet phldrT="[Text]" custT="1"/>
      <dgm:spPr>
        <a:ln w="3175"/>
      </dgm:spPr>
      <dgm:t>
        <a:bodyPr/>
        <a:lstStyle/>
        <a:p>
          <a:r>
            <a:rPr lang="en-US" sz="900" dirty="0"/>
            <a:t>30</a:t>
          </a:r>
        </a:p>
      </dgm:t>
    </dgm:pt>
    <dgm:pt modelId="{F967C4E0-84B8-4DD8-94B3-652A70C1E617}" type="parTrans" cxnId="{FE5DE3E6-FC91-4656-85E4-45B335D2DABB}">
      <dgm:prSet/>
      <dgm:spPr/>
      <dgm:t>
        <a:bodyPr/>
        <a:lstStyle/>
        <a:p>
          <a:endParaRPr lang="en-US"/>
        </a:p>
      </dgm:t>
    </dgm:pt>
    <dgm:pt modelId="{E48A52DD-C72D-4935-A10C-8179C47FCC6E}" type="sibTrans" cxnId="{FE5DE3E6-FC91-4656-85E4-45B335D2DABB}">
      <dgm:prSet/>
      <dgm:spPr/>
      <dgm:t>
        <a:bodyPr/>
        <a:lstStyle/>
        <a:p>
          <a:endParaRPr lang="en-US"/>
        </a:p>
      </dgm:t>
    </dgm:pt>
    <dgm:pt modelId="{E4888B1B-2BE2-4790-B9ED-71F3187B9F21}">
      <dgm:prSet phldrT="[Text]" custT="1"/>
      <dgm:spPr>
        <a:ln w="3175"/>
      </dgm:spPr>
      <dgm:t>
        <a:bodyPr/>
        <a:lstStyle/>
        <a:p>
          <a:r>
            <a:rPr lang="en-US" sz="900" dirty="0"/>
            <a:t>31</a:t>
          </a:r>
        </a:p>
      </dgm:t>
    </dgm:pt>
    <dgm:pt modelId="{73C1ADEF-47C9-4674-A811-66907754D373}" type="parTrans" cxnId="{361C1845-B91F-4C24-B652-323E1165FD8F}">
      <dgm:prSet/>
      <dgm:spPr/>
      <dgm:t>
        <a:bodyPr/>
        <a:lstStyle/>
        <a:p>
          <a:endParaRPr lang="en-US"/>
        </a:p>
      </dgm:t>
    </dgm:pt>
    <dgm:pt modelId="{E1A72A0C-6E1A-4616-AA17-2E6AC02A1850}" type="sibTrans" cxnId="{361C1845-B91F-4C24-B652-323E1165FD8F}">
      <dgm:prSet/>
      <dgm:spPr/>
      <dgm:t>
        <a:bodyPr/>
        <a:lstStyle/>
        <a:p>
          <a:endParaRPr lang="en-US"/>
        </a:p>
      </dgm:t>
    </dgm:pt>
    <dgm:pt modelId="{EFAE7302-6632-4D60-A96D-23F394241DE4}" type="pres">
      <dgm:prSet presAssocID="{B3F6A2BA-40B6-4187-AFF8-F8F9AF80E7F9}" presName="cycle" presStyleCnt="0">
        <dgm:presLayoutVars>
          <dgm:dir/>
          <dgm:resizeHandles val="exact"/>
        </dgm:presLayoutVars>
      </dgm:prSet>
      <dgm:spPr/>
    </dgm:pt>
    <dgm:pt modelId="{37F6FC54-D545-444E-B19E-55F8864057C9}" type="pres">
      <dgm:prSet presAssocID="{CB7A3099-1224-4ECB-902C-396EC7BA7968}" presName="node" presStyleLbl="node1" presStyleIdx="0" presStyleCnt="32" custScaleX="126252" custScaleY="110804">
        <dgm:presLayoutVars>
          <dgm:bulletEnabled val="1"/>
        </dgm:presLayoutVars>
      </dgm:prSet>
      <dgm:spPr/>
    </dgm:pt>
    <dgm:pt modelId="{F73F8756-B089-4C69-872B-9C77B1D2E9B9}" type="pres">
      <dgm:prSet presAssocID="{CB7A3099-1224-4ECB-902C-396EC7BA7968}" presName="spNode" presStyleCnt="0"/>
      <dgm:spPr/>
    </dgm:pt>
    <dgm:pt modelId="{990317AE-40E7-4E24-A709-5C1E3D7DF428}" type="pres">
      <dgm:prSet presAssocID="{50D7F308-47D9-4906-97CC-2D84909FC247}" presName="sibTrans" presStyleLbl="sibTrans1D1" presStyleIdx="0" presStyleCnt="32" custScaleX="2000000" custScaleY="2000000"/>
      <dgm:spPr/>
    </dgm:pt>
    <dgm:pt modelId="{0A74DD1F-BEEA-4E1C-A32C-B77C043FA489}" type="pres">
      <dgm:prSet presAssocID="{05255914-D32A-40B4-8C21-212024189328}" presName="node" presStyleLbl="node1" presStyleIdx="1" presStyleCnt="32" custScaleX="126252" custScaleY="110804">
        <dgm:presLayoutVars>
          <dgm:bulletEnabled val="1"/>
        </dgm:presLayoutVars>
      </dgm:prSet>
      <dgm:spPr/>
    </dgm:pt>
    <dgm:pt modelId="{33AA3025-9FF4-4436-AD56-351C2AA3B91C}" type="pres">
      <dgm:prSet presAssocID="{05255914-D32A-40B4-8C21-212024189328}" presName="spNode" presStyleCnt="0"/>
      <dgm:spPr/>
    </dgm:pt>
    <dgm:pt modelId="{53232857-986B-4378-8600-83D67A96D1FC}" type="pres">
      <dgm:prSet presAssocID="{DF2D58BB-B07E-4427-B0B4-7328C7A546CF}" presName="sibTrans" presStyleLbl="sibTrans1D1" presStyleIdx="1" presStyleCnt="32" custScaleX="2000000" custScaleY="2000000"/>
      <dgm:spPr/>
    </dgm:pt>
    <dgm:pt modelId="{B79BDE4E-122F-4949-877A-51460124312E}" type="pres">
      <dgm:prSet presAssocID="{CF291975-5B89-42C1-A954-78B0363C5805}" presName="node" presStyleLbl="node1" presStyleIdx="2" presStyleCnt="32" custScaleX="126252" custScaleY="110804">
        <dgm:presLayoutVars>
          <dgm:bulletEnabled val="1"/>
        </dgm:presLayoutVars>
      </dgm:prSet>
      <dgm:spPr/>
    </dgm:pt>
    <dgm:pt modelId="{E5A97052-E50B-4364-B8F3-C5BB55C62E43}" type="pres">
      <dgm:prSet presAssocID="{CF291975-5B89-42C1-A954-78B0363C5805}" presName="spNode" presStyleCnt="0"/>
      <dgm:spPr/>
    </dgm:pt>
    <dgm:pt modelId="{C1FBA839-DD16-4EA3-AA23-4F09E108C25C}" type="pres">
      <dgm:prSet presAssocID="{BB5988A9-792F-4F35-BF7A-F0D97FB3530B}" presName="sibTrans" presStyleLbl="sibTrans1D1" presStyleIdx="2" presStyleCnt="32" custScaleX="2000000" custScaleY="2000000"/>
      <dgm:spPr/>
    </dgm:pt>
    <dgm:pt modelId="{47D8252C-7210-4124-986D-C5A27EC7BB38}" type="pres">
      <dgm:prSet presAssocID="{0F1EED64-1422-4916-86A1-6EC539D1088A}" presName="node" presStyleLbl="node1" presStyleIdx="3" presStyleCnt="32" custScaleX="126252" custScaleY="110804">
        <dgm:presLayoutVars>
          <dgm:bulletEnabled val="1"/>
        </dgm:presLayoutVars>
      </dgm:prSet>
      <dgm:spPr/>
    </dgm:pt>
    <dgm:pt modelId="{49128025-155A-4115-B8B9-1A751CA1730C}" type="pres">
      <dgm:prSet presAssocID="{0F1EED64-1422-4916-86A1-6EC539D1088A}" presName="spNode" presStyleCnt="0"/>
      <dgm:spPr/>
    </dgm:pt>
    <dgm:pt modelId="{9A5BE75C-4E4D-435D-8920-9E32832F465D}" type="pres">
      <dgm:prSet presAssocID="{C682A7C4-7A1C-44E3-9B83-DF842E56DA03}" presName="sibTrans" presStyleLbl="sibTrans1D1" presStyleIdx="3" presStyleCnt="32" custScaleX="2000000" custScaleY="2000000"/>
      <dgm:spPr/>
    </dgm:pt>
    <dgm:pt modelId="{E213AD56-109D-4571-A0B0-1181C7025370}" type="pres">
      <dgm:prSet presAssocID="{EA111F39-A024-4AB2-977C-8988D99FEE4B}" presName="node" presStyleLbl="node1" presStyleIdx="4" presStyleCnt="32" custScaleX="126252" custScaleY="110804">
        <dgm:presLayoutVars>
          <dgm:bulletEnabled val="1"/>
        </dgm:presLayoutVars>
      </dgm:prSet>
      <dgm:spPr/>
    </dgm:pt>
    <dgm:pt modelId="{41190AB1-8428-4DEE-ADF0-BAC788A0917C}" type="pres">
      <dgm:prSet presAssocID="{EA111F39-A024-4AB2-977C-8988D99FEE4B}" presName="spNode" presStyleCnt="0"/>
      <dgm:spPr/>
    </dgm:pt>
    <dgm:pt modelId="{3E6F2280-A61F-493F-991B-F51BCDF11010}" type="pres">
      <dgm:prSet presAssocID="{AA774F68-286C-419B-8B7D-02F83155FDF4}" presName="sibTrans" presStyleLbl="sibTrans1D1" presStyleIdx="4" presStyleCnt="32" custScaleX="2000000" custScaleY="2000000"/>
      <dgm:spPr/>
    </dgm:pt>
    <dgm:pt modelId="{D0E1629B-81D1-410E-AE41-A68200AAD38A}" type="pres">
      <dgm:prSet presAssocID="{B84CDA86-2342-4CD5-A2D0-3EE2D6B77400}" presName="node" presStyleLbl="node1" presStyleIdx="5" presStyleCnt="32" custScaleX="126252" custScaleY="110804">
        <dgm:presLayoutVars>
          <dgm:bulletEnabled val="1"/>
        </dgm:presLayoutVars>
      </dgm:prSet>
      <dgm:spPr/>
    </dgm:pt>
    <dgm:pt modelId="{98736DC7-D98D-4E78-942E-3E553CB51665}" type="pres">
      <dgm:prSet presAssocID="{B84CDA86-2342-4CD5-A2D0-3EE2D6B77400}" presName="spNode" presStyleCnt="0"/>
      <dgm:spPr/>
    </dgm:pt>
    <dgm:pt modelId="{896B2AF0-997F-4A3D-95E9-687AEE393215}" type="pres">
      <dgm:prSet presAssocID="{29F8A4A0-082D-4991-B443-0A8AFA42422B}" presName="sibTrans" presStyleLbl="sibTrans1D1" presStyleIdx="5" presStyleCnt="32" custScaleX="2000000" custScaleY="2000000"/>
      <dgm:spPr/>
    </dgm:pt>
    <dgm:pt modelId="{BC51FB21-3AAD-464F-AB4E-68130F6D9956}" type="pres">
      <dgm:prSet presAssocID="{5625A0BA-3784-45B6-97EC-2096A47B399F}" presName="node" presStyleLbl="node1" presStyleIdx="6" presStyleCnt="32" custScaleX="126252" custScaleY="110804">
        <dgm:presLayoutVars>
          <dgm:bulletEnabled val="1"/>
        </dgm:presLayoutVars>
      </dgm:prSet>
      <dgm:spPr/>
    </dgm:pt>
    <dgm:pt modelId="{678D2501-9B9B-4053-8341-251711D30C2F}" type="pres">
      <dgm:prSet presAssocID="{5625A0BA-3784-45B6-97EC-2096A47B399F}" presName="spNode" presStyleCnt="0"/>
      <dgm:spPr/>
    </dgm:pt>
    <dgm:pt modelId="{36A25B59-0286-4766-AF4A-4AD99255FB9A}" type="pres">
      <dgm:prSet presAssocID="{A6D5980C-35E2-4AB0-8246-6AAB28C06B23}" presName="sibTrans" presStyleLbl="sibTrans1D1" presStyleIdx="6" presStyleCnt="32" custScaleX="2000000" custScaleY="2000000"/>
      <dgm:spPr/>
    </dgm:pt>
    <dgm:pt modelId="{4EBAFEA8-38A7-4839-A196-E833865FEC3E}" type="pres">
      <dgm:prSet presAssocID="{B2DF35EF-9BDC-40A7-BFCA-A1A3E1293144}" presName="node" presStyleLbl="node1" presStyleIdx="7" presStyleCnt="32" custScaleX="126252" custScaleY="110804">
        <dgm:presLayoutVars>
          <dgm:bulletEnabled val="1"/>
        </dgm:presLayoutVars>
      </dgm:prSet>
      <dgm:spPr/>
    </dgm:pt>
    <dgm:pt modelId="{C248C08C-3758-4EEE-8D81-59D26C39B226}" type="pres">
      <dgm:prSet presAssocID="{B2DF35EF-9BDC-40A7-BFCA-A1A3E1293144}" presName="spNode" presStyleCnt="0"/>
      <dgm:spPr/>
    </dgm:pt>
    <dgm:pt modelId="{A95F9BD2-8E6C-4D20-A2D9-24C989631FAC}" type="pres">
      <dgm:prSet presAssocID="{3515389E-A2D9-4A91-A416-D06FB2BCF4D7}" presName="sibTrans" presStyleLbl="sibTrans1D1" presStyleIdx="7" presStyleCnt="32" custScaleX="2000000" custScaleY="2000000"/>
      <dgm:spPr/>
    </dgm:pt>
    <dgm:pt modelId="{FCDBC8B2-A072-489D-B135-4F76C90ABB73}" type="pres">
      <dgm:prSet presAssocID="{868767A5-C3E4-4645-9C8D-69D5627043D3}" presName="node" presStyleLbl="node1" presStyleIdx="8" presStyleCnt="32" custScaleX="126252" custScaleY="110804">
        <dgm:presLayoutVars>
          <dgm:bulletEnabled val="1"/>
        </dgm:presLayoutVars>
      </dgm:prSet>
      <dgm:spPr/>
    </dgm:pt>
    <dgm:pt modelId="{1A502533-D656-4694-9BDA-B75F503AD108}" type="pres">
      <dgm:prSet presAssocID="{868767A5-C3E4-4645-9C8D-69D5627043D3}" presName="spNode" presStyleCnt="0"/>
      <dgm:spPr/>
    </dgm:pt>
    <dgm:pt modelId="{BBF115A0-E49F-481D-B9B9-7781A7700C68}" type="pres">
      <dgm:prSet presAssocID="{BE0F9672-9967-4BB3-945A-82902934D4C9}" presName="sibTrans" presStyleLbl="sibTrans1D1" presStyleIdx="8" presStyleCnt="32" custScaleX="2000000" custScaleY="2000000"/>
      <dgm:spPr/>
    </dgm:pt>
    <dgm:pt modelId="{27377A35-5C63-4153-A1CA-D07A81FEBED6}" type="pres">
      <dgm:prSet presAssocID="{9281F980-DBAB-4458-BA3E-080893361045}" presName="node" presStyleLbl="node1" presStyleIdx="9" presStyleCnt="32" custScaleX="126252" custScaleY="110804">
        <dgm:presLayoutVars>
          <dgm:bulletEnabled val="1"/>
        </dgm:presLayoutVars>
      </dgm:prSet>
      <dgm:spPr/>
    </dgm:pt>
    <dgm:pt modelId="{166E8CAE-7A6A-441E-B81D-F2A6930AEB34}" type="pres">
      <dgm:prSet presAssocID="{9281F980-DBAB-4458-BA3E-080893361045}" presName="spNode" presStyleCnt="0"/>
      <dgm:spPr/>
    </dgm:pt>
    <dgm:pt modelId="{C75F3799-6FE1-44D4-94E5-D0323DD9642D}" type="pres">
      <dgm:prSet presAssocID="{EE9F8E24-F686-4CD7-B40D-889B181D327C}" presName="sibTrans" presStyleLbl="sibTrans1D1" presStyleIdx="9" presStyleCnt="32" custScaleX="2000000" custScaleY="2000000"/>
      <dgm:spPr/>
    </dgm:pt>
    <dgm:pt modelId="{ACA3DEE4-4C37-414B-A20E-469C72FF631D}" type="pres">
      <dgm:prSet presAssocID="{A895021A-1FC9-40D9-9A23-C05D673066F3}" presName="node" presStyleLbl="node1" presStyleIdx="10" presStyleCnt="32" custScaleX="126252" custScaleY="110804">
        <dgm:presLayoutVars>
          <dgm:bulletEnabled val="1"/>
        </dgm:presLayoutVars>
      </dgm:prSet>
      <dgm:spPr/>
    </dgm:pt>
    <dgm:pt modelId="{5E377587-15D8-428C-8F90-BB7C49868333}" type="pres">
      <dgm:prSet presAssocID="{A895021A-1FC9-40D9-9A23-C05D673066F3}" presName="spNode" presStyleCnt="0"/>
      <dgm:spPr/>
    </dgm:pt>
    <dgm:pt modelId="{39826E2A-859D-4D09-B02A-05287C251E70}" type="pres">
      <dgm:prSet presAssocID="{C63CE439-C9A4-437A-AA24-C2B1C4D3EC13}" presName="sibTrans" presStyleLbl="sibTrans1D1" presStyleIdx="10" presStyleCnt="32" custScaleX="2000000" custScaleY="2000000"/>
      <dgm:spPr/>
    </dgm:pt>
    <dgm:pt modelId="{508270A1-9056-4B9A-B0BC-2D3B1299FC58}" type="pres">
      <dgm:prSet presAssocID="{EE1F149E-F983-420A-AE26-0CA291A969CC}" presName="node" presStyleLbl="node1" presStyleIdx="11" presStyleCnt="32" custScaleX="126252" custScaleY="110804">
        <dgm:presLayoutVars>
          <dgm:bulletEnabled val="1"/>
        </dgm:presLayoutVars>
      </dgm:prSet>
      <dgm:spPr/>
    </dgm:pt>
    <dgm:pt modelId="{32B48CEE-BE6C-4B73-AA70-08340D7306CA}" type="pres">
      <dgm:prSet presAssocID="{EE1F149E-F983-420A-AE26-0CA291A969CC}" presName="spNode" presStyleCnt="0"/>
      <dgm:spPr/>
    </dgm:pt>
    <dgm:pt modelId="{0186EB4D-19E9-40A6-9853-FE75E1F1C601}" type="pres">
      <dgm:prSet presAssocID="{3FDD498B-C338-4F3C-9707-6A31F5EB9217}" presName="sibTrans" presStyleLbl="sibTrans1D1" presStyleIdx="11" presStyleCnt="32" custScaleX="2000000" custScaleY="2000000"/>
      <dgm:spPr/>
    </dgm:pt>
    <dgm:pt modelId="{E6415271-4602-49BD-8F77-B2554532B0A0}" type="pres">
      <dgm:prSet presAssocID="{3EBDEC13-B94B-424C-B6D8-E23828E29484}" presName="node" presStyleLbl="node1" presStyleIdx="12" presStyleCnt="32" custScaleX="126252" custScaleY="110804">
        <dgm:presLayoutVars>
          <dgm:bulletEnabled val="1"/>
        </dgm:presLayoutVars>
      </dgm:prSet>
      <dgm:spPr/>
    </dgm:pt>
    <dgm:pt modelId="{18476B6F-E555-4078-9F4F-FED8900C0811}" type="pres">
      <dgm:prSet presAssocID="{3EBDEC13-B94B-424C-B6D8-E23828E29484}" presName="spNode" presStyleCnt="0"/>
      <dgm:spPr/>
    </dgm:pt>
    <dgm:pt modelId="{0CA37BE1-2CF9-468E-BFF7-47A995E3BB08}" type="pres">
      <dgm:prSet presAssocID="{910D43BF-2E12-4265-8F31-790375B138D8}" presName="sibTrans" presStyleLbl="sibTrans1D1" presStyleIdx="12" presStyleCnt="32" custScaleX="2000000" custScaleY="2000000"/>
      <dgm:spPr/>
    </dgm:pt>
    <dgm:pt modelId="{C10433AE-724D-434E-B55F-F8FBA5E6691B}" type="pres">
      <dgm:prSet presAssocID="{DB1B9677-421A-4935-8C22-9192CE87F0FF}" presName="node" presStyleLbl="node1" presStyleIdx="13" presStyleCnt="32" custScaleX="126252" custScaleY="110804">
        <dgm:presLayoutVars>
          <dgm:bulletEnabled val="1"/>
        </dgm:presLayoutVars>
      </dgm:prSet>
      <dgm:spPr/>
    </dgm:pt>
    <dgm:pt modelId="{1BF69A71-2EE3-482B-A6FD-09CDD6717BD2}" type="pres">
      <dgm:prSet presAssocID="{DB1B9677-421A-4935-8C22-9192CE87F0FF}" presName="spNode" presStyleCnt="0"/>
      <dgm:spPr/>
    </dgm:pt>
    <dgm:pt modelId="{6361BE26-1613-4254-AAB5-23BC794B38F0}" type="pres">
      <dgm:prSet presAssocID="{8BCD7E9B-E908-4EDF-8514-EDD1DB17AEBC}" presName="sibTrans" presStyleLbl="sibTrans1D1" presStyleIdx="13" presStyleCnt="32" custScaleX="2000000" custScaleY="2000000"/>
      <dgm:spPr/>
    </dgm:pt>
    <dgm:pt modelId="{75C04093-B402-44E4-A02F-D9D20B3CFE9D}" type="pres">
      <dgm:prSet presAssocID="{939662E8-1580-40AE-9B6C-323E8300E63E}" presName="node" presStyleLbl="node1" presStyleIdx="14" presStyleCnt="32" custScaleX="126252" custScaleY="110804">
        <dgm:presLayoutVars>
          <dgm:bulletEnabled val="1"/>
        </dgm:presLayoutVars>
      </dgm:prSet>
      <dgm:spPr/>
    </dgm:pt>
    <dgm:pt modelId="{320450C4-F523-4B16-B2D9-4DF083C0D164}" type="pres">
      <dgm:prSet presAssocID="{939662E8-1580-40AE-9B6C-323E8300E63E}" presName="spNode" presStyleCnt="0"/>
      <dgm:spPr/>
    </dgm:pt>
    <dgm:pt modelId="{76F78CE6-90C8-4B35-9F7E-1F5EB9B22151}" type="pres">
      <dgm:prSet presAssocID="{122F0F2A-9D73-4F96-9BEF-3D5D0F3739CC}" presName="sibTrans" presStyleLbl="sibTrans1D1" presStyleIdx="14" presStyleCnt="32" custScaleX="2000000" custScaleY="2000000"/>
      <dgm:spPr/>
    </dgm:pt>
    <dgm:pt modelId="{618D29F1-B27A-4177-81E5-AC40E22B797C}" type="pres">
      <dgm:prSet presAssocID="{A8370C54-57BB-4D77-84F2-21B7BBCB8CD1}" presName="node" presStyleLbl="node1" presStyleIdx="15" presStyleCnt="32" custScaleX="126252" custScaleY="110804">
        <dgm:presLayoutVars>
          <dgm:bulletEnabled val="1"/>
        </dgm:presLayoutVars>
      </dgm:prSet>
      <dgm:spPr/>
    </dgm:pt>
    <dgm:pt modelId="{6DA6B6DF-5C12-40CD-AAE4-BEDED49DD127}" type="pres">
      <dgm:prSet presAssocID="{A8370C54-57BB-4D77-84F2-21B7BBCB8CD1}" presName="spNode" presStyleCnt="0"/>
      <dgm:spPr/>
    </dgm:pt>
    <dgm:pt modelId="{B309ED74-66A5-480C-86D1-D4E840F406AC}" type="pres">
      <dgm:prSet presAssocID="{3D64D77A-FD09-4D3C-876D-C0CB137E62CD}" presName="sibTrans" presStyleLbl="sibTrans1D1" presStyleIdx="15" presStyleCnt="32" custScaleX="2000000" custScaleY="2000000"/>
      <dgm:spPr/>
    </dgm:pt>
    <dgm:pt modelId="{1DFE6595-7230-483C-9D32-BFCA9CE92D85}" type="pres">
      <dgm:prSet presAssocID="{83672DD1-994D-4D7A-9A37-481E9664950D}" presName="node" presStyleLbl="node1" presStyleIdx="16" presStyleCnt="32" custScaleX="126252" custScaleY="110804">
        <dgm:presLayoutVars>
          <dgm:bulletEnabled val="1"/>
        </dgm:presLayoutVars>
      </dgm:prSet>
      <dgm:spPr/>
    </dgm:pt>
    <dgm:pt modelId="{951B332A-C98B-433A-BC90-670312A65140}" type="pres">
      <dgm:prSet presAssocID="{83672DD1-994D-4D7A-9A37-481E9664950D}" presName="spNode" presStyleCnt="0"/>
      <dgm:spPr/>
    </dgm:pt>
    <dgm:pt modelId="{F136BB06-5C60-4B50-98D8-C6FCDB3F7F8E}" type="pres">
      <dgm:prSet presAssocID="{B40BDC04-4CE6-4D7E-9F97-0E08939E39C6}" presName="sibTrans" presStyleLbl="sibTrans1D1" presStyleIdx="16" presStyleCnt="32" custScaleX="2000000" custScaleY="2000000"/>
      <dgm:spPr/>
    </dgm:pt>
    <dgm:pt modelId="{2CC1B40C-A928-4D28-85BB-5E0283FC2F77}" type="pres">
      <dgm:prSet presAssocID="{FB04C0DC-EAE0-413B-AB0C-0534D7083871}" presName="node" presStyleLbl="node1" presStyleIdx="17" presStyleCnt="32" custScaleX="126252" custScaleY="110804">
        <dgm:presLayoutVars>
          <dgm:bulletEnabled val="1"/>
        </dgm:presLayoutVars>
      </dgm:prSet>
      <dgm:spPr/>
    </dgm:pt>
    <dgm:pt modelId="{7EF4F930-8B6A-4ECB-AEE6-E6BBCDEDB007}" type="pres">
      <dgm:prSet presAssocID="{FB04C0DC-EAE0-413B-AB0C-0534D7083871}" presName="spNode" presStyleCnt="0"/>
      <dgm:spPr/>
    </dgm:pt>
    <dgm:pt modelId="{68E8B125-993D-469E-AA0B-682C870C8CE0}" type="pres">
      <dgm:prSet presAssocID="{5F59E52A-EEFC-4001-A3E3-1E6D1568133C}" presName="sibTrans" presStyleLbl="sibTrans1D1" presStyleIdx="17" presStyleCnt="32" custScaleX="2000000" custScaleY="2000000"/>
      <dgm:spPr/>
    </dgm:pt>
    <dgm:pt modelId="{FADD2792-6893-42FB-A020-33C72A283A6C}" type="pres">
      <dgm:prSet presAssocID="{BAB1302C-DD81-4AE2-A8FB-5C6A8E8133E8}" presName="node" presStyleLbl="node1" presStyleIdx="18" presStyleCnt="32" custScaleX="126252" custScaleY="110804">
        <dgm:presLayoutVars>
          <dgm:bulletEnabled val="1"/>
        </dgm:presLayoutVars>
      </dgm:prSet>
      <dgm:spPr/>
    </dgm:pt>
    <dgm:pt modelId="{3347F71B-899A-499F-BE60-DD768007AE3D}" type="pres">
      <dgm:prSet presAssocID="{BAB1302C-DD81-4AE2-A8FB-5C6A8E8133E8}" presName="spNode" presStyleCnt="0"/>
      <dgm:spPr/>
    </dgm:pt>
    <dgm:pt modelId="{B9DC5B5E-81C6-4A00-AD4E-BE0007B91F2F}" type="pres">
      <dgm:prSet presAssocID="{E18762FF-2354-4F30-90ED-6FBC8FFF9078}" presName="sibTrans" presStyleLbl="sibTrans1D1" presStyleIdx="18" presStyleCnt="32" custScaleX="2000000" custScaleY="2000000"/>
      <dgm:spPr/>
    </dgm:pt>
    <dgm:pt modelId="{FD352E1F-0C68-49D5-B0E2-54376D4F934A}" type="pres">
      <dgm:prSet presAssocID="{A69216B9-B887-4EAA-9118-9814BCE4A626}" presName="node" presStyleLbl="node1" presStyleIdx="19" presStyleCnt="32" custScaleX="126252" custScaleY="110804">
        <dgm:presLayoutVars>
          <dgm:bulletEnabled val="1"/>
        </dgm:presLayoutVars>
      </dgm:prSet>
      <dgm:spPr/>
    </dgm:pt>
    <dgm:pt modelId="{0BC5354E-3415-46FB-ADB3-32C666B3BC89}" type="pres">
      <dgm:prSet presAssocID="{A69216B9-B887-4EAA-9118-9814BCE4A626}" presName="spNode" presStyleCnt="0"/>
      <dgm:spPr/>
    </dgm:pt>
    <dgm:pt modelId="{F4BCE455-286B-4204-B5F1-B8A634EE86AA}" type="pres">
      <dgm:prSet presAssocID="{EC947020-A574-4203-9CD7-6728E8A1F218}" presName="sibTrans" presStyleLbl="sibTrans1D1" presStyleIdx="19" presStyleCnt="32" custScaleX="2000000" custScaleY="2000000"/>
      <dgm:spPr/>
    </dgm:pt>
    <dgm:pt modelId="{C78ECE81-A2B2-47AC-8CB7-A602A09D7084}" type="pres">
      <dgm:prSet presAssocID="{76B5D27C-739F-4BE1-BB49-1559BF61D55D}" presName="node" presStyleLbl="node1" presStyleIdx="20" presStyleCnt="32" custScaleX="126252" custScaleY="110804">
        <dgm:presLayoutVars>
          <dgm:bulletEnabled val="1"/>
        </dgm:presLayoutVars>
      </dgm:prSet>
      <dgm:spPr/>
    </dgm:pt>
    <dgm:pt modelId="{7D56EB1A-D3E6-4B49-8BAB-D14453A9BB73}" type="pres">
      <dgm:prSet presAssocID="{76B5D27C-739F-4BE1-BB49-1559BF61D55D}" presName="spNode" presStyleCnt="0"/>
      <dgm:spPr/>
    </dgm:pt>
    <dgm:pt modelId="{E5C3F0BA-DB69-495D-9DEA-D13C90EA3630}" type="pres">
      <dgm:prSet presAssocID="{C55123D5-8763-48CB-8093-D52598355663}" presName="sibTrans" presStyleLbl="sibTrans1D1" presStyleIdx="20" presStyleCnt="32" custScaleX="2000000" custScaleY="2000000"/>
      <dgm:spPr/>
    </dgm:pt>
    <dgm:pt modelId="{43DDAB27-C0DF-44FA-802A-67BF1D0F81B4}" type="pres">
      <dgm:prSet presAssocID="{35385F59-FD3A-4E0E-806D-0D171FD73B60}" presName="node" presStyleLbl="node1" presStyleIdx="21" presStyleCnt="32" custScaleX="126252" custScaleY="110804">
        <dgm:presLayoutVars>
          <dgm:bulletEnabled val="1"/>
        </dgm:presLayoutVars>
      </dgm:prSet>
      <dgm:spPr/>
    </dgm:pt>
    <dgm:pt modelId="{8C07BEE8-98F3-4383-8C3D-272C0DCA3135}" type="pres">
      <dgm:prSet presAssocID="{35385F59-FD3A-4E0E-806D-0D171FD73B60}" presName="spNode" presStyleCnt="0"/>
      <dgm:spPr/>
    </dgm:pt>
    <dgm:pt modelId="{4564EECB-4F9B-4DE6-A4A8-79CB80D711FC}" type="pres">
      <dgm:prSet presAssocID="{6D67EEEA-04ED-4D88-A526-8907150BA8B9}" presName="sibTrans" presStyleLbl="sibTrans1D1" presStyleIdx="21" presStyleCnt="32" custScaleX="2000000" custScaleY="2000000"/>
      <dgm:spPr/>
    </dgm:pt>
    <dgm:pt modelId="{E7B2F824-C131-4F6E-BF3B-11B8D84C3259}" type="pres">
      <dgm:prSet presAssocID="{4386FCAA-717C-484A-8040-46E0C7874DC0}" presName="node" presStyleLbl="node1" presStyleIdx="22" presStyleCnt="32" custScaleX="126252" custScaleY="110804">
        <dgm:presLayoutVars>
          <dgm:bulletEnabled val="1"/>
        </dgm:presLayoutVars>
      </dgm:prSet>
      <dgm:spPr/>
    </dgm:pt>
    <dgm:pt modelId="{14E160C9-3944-49D9-A382-EDFD6F07F2AF}" type="pres">
      <dgm:prSet presAssocID="{4386FCAA-717C-484A-8040-46E0C7874DC0}" presName="spNode" presStyleCnt="0"/>
      <dgm:spPr/>
    </dgm:pt>
    <dgm:pt modelId="{F221C969-D840-4207-AD08-C8DF473E761E}" type="pres">
      <dgm:prSet presAssocID="{1D060F47-F191-4433-AAC1-B798E8CB1418}" presName="sibTrans" presStyleLbl="sibTrans1D1" presStyleIdx="22" presStyleCnt="32" custScaleX="2000000" custScaleY="2000000"/>
      <dgm:spPr/>
    </dgm:pt>
    <dgm:pt modelId="{CFCF3D4C-32A1-4968-B438-404BD7D6114A}" type="pres">
      <dgm:prSet presAssocID="{BB217A16-9AF2-4D4B-B615-1E19EDAD0C53}" presName="node" presStyleLbl="node1" presStyleIdx="23" presStyleCnt="32" custScaleX="126252" custScaleY="110804">
        <dgm:presLayoutVars>
          <dgm:bulletEnabled val="1"/>
        </dgm:presLayoutVars>
      </dgm:prSet>
      <dgm:spPr/>
    </dgm:pt>
    <dgm:pt modelId="{A331A5A7-B87C-4299-8B1F-207925CD4C27}" type="pres">
      <dgm:prSet presAssocID="{BB217A16-9AF2-4D4B-B615-1E19EDAD0C53}" presName="spNode" presStyleCnt="0"/>
      <dgm:spPr/>
    </dgm:pt>
    <dgm:pt modelId="{21A7A6A5-C6D1-4211-8A8E-22C0ECD96F49}" type="pres">
      <dgm:prSet presAssocID="{C0983ED0-8E1A-4C36-9B3F-D751B585C5F1}" presName="sibTrans" presStyleLbl="sibTrans1D1" presStyleIdx="23" presStyleCnt="32" custScaleX="2000000" custScaleY="2000000"/>
      <dgm:spPr/>
    </dgm:pt>
    <dgm:pt modelId="{991A4C05-42A7-4815-BBC2-046FF52DA966}" type="pres">
      <dgm:prSet presAssocID="{79F5EE38-222D-4BAC-ABC2-B06CAE63135B}" presName="node" presStyleLbl="node1" presStyleIdx="24" presStyleCnt="32" custScaleX="126252" custScaleY="110804">
        <dgm:presLayoutVars>
          <dgm:bulletEnabled val="1"/>
        </dgm:presLayoutVars>
      </dgm:prSet>
      <dgm:spPr/>
    </dgm:pt>
    <dgm:pt modelId="{9AD292EF-B75E-4B66-9CEA-DD3FDDF0A21E}" type="pres">
      <dgm:prSet presAssocID="{79F5EE38-222D-4BAC-ABC2-B06CAE63135B}" presName="spNode" presStyleCnt="0"/>
      <dgm:spPr/>
    </dgm:pt>
    <dgm:pt modelId="{F56FC7F1-C52A-48DE-AD95-4D744553B23F}" type="pres">
      <dgm:prSet presAssocID="{6C9FBB1A-9ABC-41ED-8500-19720D0A6187}" presName="sibTrans" presStyleLbl="sibTrans1D1" presStyleIdx="24" presStyleCnt="32" custScaleX="2000000" custScaleY="2000000"/>
      <dgm:spPr/>
    </dgm:pt>
    <dgm:pt modelId="{9FC84676-4902-4A78-9386-9F053440A259}" type="pres">
      <dgm:prSet presAssocID="{49E309A8-4ACE-4E24-9468-1B63E3F6A1C8}" presName="node" presStyleLbl="node1" presStyleIdx="25" presStyleCnt="32" custScaleX="126252" custScaleY="110804">
        <dgm:presLayoutVars>
          <dgm:bulletEnabled val="1"/>
        </dgm:presLayoutVars>
      </dgm:prSet>
      <dgm:spPr/>
    </dgm:pt>
    <dgm:pt modelId="{5ADB1E6E-FCB9-4EA8-A0AA-8C3DCE7A8970}" type="pres">
      <dgm:prSet presAssocID="{49E309A8-4ACE-4E24-9468-1B63E3F6A1C8}" presName="spNode" presStyleCnt="0"/>
      <dgm:spPr/>
    </dgm:pt>
    <dgm:pt modelId="{D6FF76DD-C30F-4EB0-8FCF-74271CBF245A}" type="pres">
      <dgm:prSet presAssocID="{7115A82F-A0CA-47E6-9A40-2F50E0CCCA35}" presName="sibTrans" presStyleLbl="sibTrans1D1" presStyleIdx="25" presStyleCnt="32" custScaleX="2000000" custScaleY="2000000"/>
      <dgm:spPr/>
    </dgm:pt>
    <dgm:pt modelId="{BB6CD61F-322C-4EEA-85CC-48F3CC9DA29B}" type="pres">
      <dgm:prSet presAssocID="{D02FAA77-956C-45D2-8464-ED2559956DD2}" presName="node" presStyleLbl="node1" presStyleIdx="26" presStyleCnt="32" custScaleX="126252" custScaleY="110804">
        <dgm:presLayoutVars>
          <dgm:bulletEnabled val="1"/>
        </dgm:presLayoutVars>
      </dgm:prSet>
      <dgm:spPr/>
    </dgm:pt>
    <dgm:pt modelId="{97AD30FD-571A-4F8C-8E69-85180761E85D}" type="pres">
      <dgm:prSet presAssocID="{D02FAA77-956C-45D2-8464-ED2559956DD2}" presName="spNode" presStyleCnt="0"/>
      <dgm:spPr/>
    </dgm:pt>
    <dgm:pt modelId="{F9A0D072-B17C-43D0-9A88-104CAF700717}" type="pres">
      <dgm:prSet presAssocID="{AC94AC6E-FC58-470F-95C8-F928ABB93594}" presName="sibTrans" presStyleLbl="sibTrans1D1" presStyleIdx="26" presStyleCnt="32" custScaleX="2000000" custScaleY="2000000"/>
      <dgm:spPr/>
    </dgm:pt>
    <dgm:pt modelId="{98BE2733-5EA3-4FB9-B572-1CE18B1FAD50}" type="pres">
      <dgm:prSet presAssocID="{BA2EC476-731E-4903-8F01-CC5FC637BFFF}" presName="node" presStyleLbl="node1" presStyleIdx="27" presStyleCnt="32" custScaleX="126252" custScaleY="110804">
        <dgm:presLayoutVars>
          <dgm:bulletEnabled val="1"/>
        </dgm:presLayoutVars>
      </dgm:prSet>
      <dgm:spPr/>
    </dgm:pt>
    <dgm:pt modelId="{251E8F09-86AE-4903-9E8B-058B849FCB04}" type="pres">
      <dgm:prSet presAssocID="{BA2EC476-731E-4903-8F01-CC5FC637BFFF}" presName="spNode" presStyleCnt="0"/>
      <dgm:spPr/>
    </dgm:pt>
    <dgm:pt modelId="{7F89DABF-7369-48F0-8963-A2942746E850}" type="pres">
      <dgm:prSet presAssocID="{C81C93CF-4ABC-443A-B46F-7B67B7A103B0}" presName="sibTrans" presStyleLbl="sibTrans1D1" presStyleIdx="27" presStyleCnt="32" custScaleX="2000000" custScaleY="2000000"/>
      <dgm:spPr/>
    </dgm:pt>
    <dgm:pt modelId="{CD308359-DDF9-4556-B21D-E2264F4EE573}" type="pres">
      <dgm:prSet presAssocID="{48A59AEC-96FC-49B4-88EA-A3EB39384894}" presName="node" presStyleLbl="node1" presStyleIdx="28" presStyleCnt="32" custScaleX="126252" custScaleY="110804">
        <dgm:presLayoutVars>
          <dgm:bulletEnabled val="1"/>
        </dgm:presLayoutVars>
      </dgm:prSet>
      <dgm:spPr/>
    </dgm:pt>
    <dgm:pt modelId="{F968E9D9-3C8D-4C82-BD13-F54DE66BCE27}" type="pres">
      <dgm:prSet presAssocID="{48A59AEC-96FC-49B4-88EA-A3EB39384894}" presName="spNode" presStyleCnt="0"/>
      <dgm:spPr/>
    </dgm:pt>
    <dgm:pt modelId="{81F2DA4D-EFC8-4AA8-9C5F-683BBAC275F5}" type="pres">
      <dgm:prSet presAssocID="{B7A4C8FA-340E-486F-81D8-FF544AB43A4E}" presName="sibTrans" presStyleLbl="sibTrans1D1" presStyleIdx="28" presStyleCnt="32" custScaleX="2000000" custScaleY="2000000"/>
      <dgm:spPr/>
    </dgm:pt>
    <dgm:pt modelId="{9AC4915E-252C-49E2-84A8-90A6E8385642}" type="pres">
      <dgm:prSet presAssocID="{0C32458D-E832-48BB-9259-B17D8D2F155B}" presName="node" presStyleLbl="node1" presStyleIdx="29" presStyleCnt="32" custScaleX="126252" custScaleY="110804">
        <dgm:presLayoutVars>
          <dgm:bulletEnabled val="1"/>
        </dgm:presLayoutVars>
      </dgm:prSet>
      <dgm:spPr/>
    </dgm:pt>
    <dgm:pt modelId="{90DC71D3-7FED-47C0-AFD0-4EAC0EA8659A}" type="pres">
      <dgm:prSet presAssocID="{0C32458D-E832-48BB-9259-B17D8D2F155B}" presName="spNode" presStyleCnt="0"/>
      <dgm:spPr/>
    </dgm:pt>
    <dgm:pt modelId="{10B85967-A5CA-441C-B74B-8FD7919CBCCC}" type="pres">
      <dgm:prSet presAssocID="{DF88F8CF-9279-4F9F-A099-1B4E96148323}" presName="sibTrans" presStyleLbl="sibTrans1D1" presStyleIdx="29" presStyleCnt="32" custScaleX="2000000" custScaleY="2000000"/>
      <dgm:spPr/>
    </dgm:pt>
    <dgm:pt modelId="{F724F2BE-3492-48DF-BEB0-18E86EC3383D}" type="pres">
      <dgm:prSet presAssocID="{553BEC81-A978-430C-80DA-1DF185989AAF}" presName="node" presStyleLbl="node1" presStyleIdx="30" presStyleCnt="32" custScaleX="126252" custScaleY="110804">
        <dgm:presLayoutVars>
          <dgm:bulletEnabled val="1"/>
        </dgm:presLayoutVars>
      </dgm:prSet>
      <dgm:spPr/>
    </dgm:pt>
    <dgm:pt modelId="{1E3A32DE-60CE-418E-8DBF-72B8A707C45D}" type="pres">
      <dgm:prSet presAssocID="{553BEC81-A978-430C-80DA-1DF185989AAF}" presName="spNode" presStyleCnt="0"/>
      <dgm:spPr/>
    </dgm:pt>
    <dgm:pt modelId="{D385CF75-2DC0-41B5-94A8-CB366CF3094B}" type="pres">
      <dgm:prSet presAssocID="{E48A52DD-C72D-4935-A10C-8179C47FCC6E}" presName="sibTrans" presStyleLbl="sibTrans1D1" presStyleIdx="30" presStyleCnt="32" custScaleX="2000000" custScaleY="2000000"/>
      <dgm:spPr/>
    </dgm:pt>
    <dgm:pt modelId="{503B42BA-B449-428B-A7CE-2DFEE7DEF4F0}" type="pres">
      <dgm:prSet presAssocID="{E4888B1B-2BE2-4790-B9ED-71F3187B9F21}" presName="node" presStyleLbl="node1" presStyleIdx="31" presStyleCnt="32" custScaleX="126252" custScaleY="110804">
        <dgm:presLayoutVars>
          <dgm:bulletEnabled val="1"/>
        </dgm:presLayoutVars>
      </dgm:prSet>
      <dgm:spPr/>
    </dgm:pt>
    <dgm:pt modelId="{3E256912-B98B-4477-9DD1-348D614FCC59}" type="pres">
      <dgm:prSet presAssocID="{E4888B1B-2BE2-4790-B9ED-71F3187B9F21}" presName="spNode" presStyleCnt="0"/>
      <dgm:spPr/>
    </dgm:pt>
    <dgm:pt modelId="{5CFB3FD2-2DF6-4205-823E-F0FEC3D98719}" type="pres">
      <dgm:prSet presAssocID="{E1A72A0C-6E1A-4616-AA17-2E6AC02A1850}" presName="sibTrans" presStyleLbl="sibTrans1D1" presStyleIdx="31" presStyleCnt="32" custScaleX="2000000" custScaleY="2000000"/>
      <dgm:spPr/>
    </dgm:pt>
  </dgm:ptLst>
  <dgm:cxnLst>
    <dgm:cxn modelId="{53C11B01-4F8E-4355-BA4B-EEC1EC1F36B3}" type="presOf" srcId="{CF291975-5B89-42C1-A954-78B0363C5805}" destId="{B79BDE4E-122F-4949-877A-51460124312E}" srcOrd="0" destOrd="0" presId="urn:microsoft.com/office/officeart/2005/8/layout/cycle6"/>
    <dgm:cxn modelId="{11BDF005-7544-4F6A-A5E0-A2EC36427A4E}" type="presOf" srcId="{B3F6A2BA-40B6-4187-AFF8-F8F9AF80E7F9}" destId="{EFAE7302-6632-4D60-A96D-23F394241DE4}" srcOrd="0" destOrd="0" presId="urn:microsoft.com/office/officeart/2005/8/layout/cycle6"/>
    <dgm:cxn modelId="{29D6FB07-A150-490D-8DCE-588CE33394AA}" type="presOf" srcId="{EC947020-A574-4203-9CD7-6728E8A1F218}" destId="{F4BCE455-286B-4204-B5F1-B8A634EE86AA}" srcOrd="0" destOrd="0" presId="urn:microsoft.com/office/officeart/2005/8/layout/cycle6"/>
    <dgm:cxn modelId="{A76BB40A-1DF3-4284-9519-2D2CAED5850E}" type="presOf" srcId="{BA2EC476-731E-4903-8F01-CC5FC637BFFF}" destId="{98BE2733-5EA3-4FB9-B572-1CE18B1FAD50}" srcOrd="0" destOrd="0" presId="urn:microsoft.com/office/officeart/2005/8/layout/cycle6"/>
    <dgm:cxn modelId="{0B4ECD0A-BE7F-46F0-9F93-AB82BB4736EF}" srcId="{B3F6A2BA-40B6-4187-AFF8-F8F9AF80E7F9}" destId="{BAB1302C-DD81-4AE2-A8FB-5C6A8E8133E8}" srcOrd="18" destOrd="0" parTransId="{B37CBE12-A1DC-48AE-9D35-BC5397163DD3}" sibTransId="{E18762FF-2354-4F30-90ED-6FBC8FFF9078}"/>
    <dgm:cxn modelId="{7EA57E0E-E473-458E-88D7-B97A48EF53F7}" type="presOf" srcId="{C682A7C4-7A1C-44E3-9B83-DF842E56DA03}" destId="{9A5BE75C-4E4D-435D-8920-9E32832F465D}" srcOrd="0" destOrd="0" presId="urn:microsoft.com/office/officeart/2005/8/layout/cycle6"/>
    <dgm:cxn modelId="{1930D50E-D92E-4107-B01A-44265EC00184}" srcId="{B3F6A2BA-40B6-4187-AFF8-F8F9AF80E7F9}" destId="{76B5D27C-739F-4BE1-BB49-1559BF61D55D}" srcOrd="20" destOrd="0" parTransId="{2119873A-C3A9-416C-A97E-7FBD1FC98807}" sibTransId="{C55123D5-8763-48CB-8093-D52598355663}"/>
    <dgm:cxn modelId="{6C05350F-B991-4F58-97D1-AE4044723B42}" srcId="{B3F6A2BA-40B6-4187-AFF8-F8F9AF80E7F9}" destId="{CB7A3099-1224-4ECB-902C-396EC7BA7968}" srcOrd="0" destOrd="0" parTransId="{46544552-34FE-49BE-BA33-CC66D1619F8A}" sibTransId="{50D7F308-47D9-4906-97CC-2D84909FC247}"/>
    <dgm:cxn modelId="{57686A11-F329-4902-BB23-EF1BE2DB43E4}" type="presOf" srcId="{83672DD1-994D-4D7A-9A37-481E9664950D}" destId="{1DFE6595-7230-483C-9D32-BFCA9CE92D85}" srcOrd="0" destOrd="0" presId="urn:microsoft.com/office/officeart/2005/8/layout/cycle6"/>
    <dgm:cxn modelId="{40D56E1A-C4AC-4CC9-A033-046C1242CCC8}" type="presOf" srcId="{4386FCAA-717C-484A-8040-46E0C7874DC0}" destId="{E7B2F824-C131-4F6E-BF3B-11B8D84C3259}" srcOrd="0" destOrd="0" presId="urn:microsoft.com/office/officeart/2005/8/layout/cycle6"/>
    <dgm:cxn modelId="{0A9F991C-2503-4148-9698-9A5CFADFF08B}" type="presOf" srcId="{5625A0BA-3784-45B6-97EC-2096A47B399F}" destId="{BC51FB21-3AAD-464F-AB4E-68130F6D9956}" srcOrd="0" destOrd="0" presId="urn:microsoft.com/office/officeart/2005/8/layout/cycle6"/>
    <dgm:cxn modelId="{F35A301D-4A18-4388-9219-F9698CAD4C03}" type="presOf" srcId="{EE1F149E-F983-420A-AE26-0CA291A969CC}" destId="{508270A1-9056-4B9A-B0BC-2D3B1299FC58}" srcOrd="0" destOrd="0" presId="urn:microsoft.com/office/officeart/2005/8/layout/cycle6"/>
    <dgm:cxn modelId="{69EDB01E-E9D6-4AFE-BFAB-34183AEDBBA0}" type="presOf" srcId="{A69216B9-B887-4EAA-9118-9814BCE4A626}" destId="{FD352E1F-0C68-49D5-B0E2-54376D4F934A}" srcOrd="0" destOrd="0" presId="urn:microsoft.com/office/officeart/2005/8/layout/cycle6"/>
    <dgm:cxn modelId="{D6F82622-995C-4208-8D98-23BB968919A7}" type="presOf" srcId="{C63CE439-C9A4-437A-AA24-C2B1C4D3EC13}" destId="{39826E2A-859D-4D09-B02A-05287C251E70}" srcOrd="0" destOrd="0" presId="urn:microsoft.com/office/officeart/2005/8/layout/cycle6"/>
    <dgm:cxn modelId="{0ED10D25-2B43-4953-84C0-C0E9E9235DCD}" srcId="{B3F6A2BA-40B6-4187-AFF8-F8F9AF80E7F9}" destId="{EA111F39-A024-4AB2-977C-8988D99FEE4B}" srcOrd="4" destOrd="0" parTransId="{677D4B4F-F54C-408A-B8A9-FB080E0A8B92}" sibTransId="{AA774F68-286C-419B-8B7D-02F83155FDF4}"/>
    <dgm:cxn modelId="{DDAE6729-4ABF-4BA0-9066-ABCD3045B768}" srcId="{B3F6A2BA-40B6-4187-AFF8-F8F9AF80E7F9}" destId="{BA2EC476-731E-4903-8F01-CC5FC637BFFF}" srcOrd="27" destOrd="0" parTransId="{1E93F294-9191-4F3C-8C73-307BDA462CD8}" sibTransId="{C81C93CF-4ABC-443A-B46F-7B67B7A103B0}"/>
    <dgm:cxn modelId="{889CAD2C-C5D8-4793-9AFB-3336B016A7DF}" type="presOf" srcId="{6D67EEEA-04ED-4D88-A526-8907150BA8B9}" destId="{4564EECB-4F9B-4DE6-A4A8-79CB80D711FC}" srcOrd="0" destOrd="0" presId="urn:microsoft.com/office/officeart/2005/8/layout/cycle6"/>
    <dgm:cxn modelId="{F90BA62E-E794-48A5-8857-5262442DCA4D}" srcId="{B3F6A2BA-40B6-4187-AFF8-F8F9AF80E7F9}" destId="{A8370C54-57BB-4D77-84F2-21B7BBCB8CD1}" srcOrd="15" destOrd="0" parTransId="{2A095022-B111-4BF4-8A3A-F583A99A0136}" sibTransId="{3D64D77A-FD09-4D3C-876D-C0CB137E62CD}"/>
    <dgm:cxn modelId="{3F2EB82E-1B77-4A58-BBC2-5CF98279240E}" type="presOf" srcId="{50D7F308-47D9-4906-97CC-2D84909FC247}" destId="{990317AE-40E7-4E24-A709-5C1E3D7DF428}" srcOrd="0" destOrd="0" presId="urn:microsoft.com/office/officeart/2005/8/layout/cycle6"/>
    <dgm:cxn modelId="{2FC4CA2E-153E-4BB2-820E-77889C16EC3D}" type="presOf" srcId="{3FDD498B-C338-4F3C-9707-6A31F5EB9217}" destId="{0186EB4D-19E9-40A6-9853-FE75E1F1C601}" srcOrd="0" destOrd="0" presId="urn:microsoft.com/office/officeart/2005/8/layout/cycle6"/>
    <dgm:cxn modelId="{BE2C222F-4042-4364-A88F-093586D361EC}" type="presOf" srcId="{122F0F2A-9D73-4F96-9BEF-3D5D0F3739CC}" destId="{76F78CE6-90C8-4B35-9F7E-1F5EB9B22151}" srcOrd="0" destOrd="0" presId="urn:microsoft.com/office/officeart/2005/8/layout/cycle6"/>
    <dgm:cxn modelId="{53C1B92F-71D2-47F9-8676-7BBAEE21996A}" type="presOf" srcId="{35385F59-FD3A-4E0E-806D-0D171FD73B60}" destId="{43DDAB27-C0DF-44FA-802A-67BF1D0F81B4}" srcOrd="0" destOrd="0" presId="urn:microsoft.com/office/officeart/2005/8/layout/cycle6"/>
    <dgm:cxn modelId="{71E74035-9579-401F-8E1C-DBACD1EC36AF}" type="presOf" srcId="{DB1B9677-421A-4935-8C22-9192CE87F0FF}" destId="{C10433AE-724D-434E-B55F-F8FBA5E6691B}" srcOrd="0" destOrd="0" presId="urn:microsoft.com/office/officeart/2005/8/layout/cycle6"/>
    <dgm:cxn modelId="{5EF52836-5937-4D66-B6C4-188493227506}" type="presOf" srcId="{A8370C54-57BB-4D77-84F2-21B7BBCB8CD1}" destId="{618D29F1-B27A-4177-81E5-AC40E22B797C}" srcOrd="0" destOrd="0" presId="urn:microsoft.com/office/officeart/2005/8/layout/cycle6"/>
    <dgm:cxn modelId="{49BD563E-483A-428B-BF7E-4F1CBE199ACD}" type="presOf" srcId="{29F8A4A0-082D-4991-B443-0A8AFA42422B}" destId="{896B2AF0-997F-4A3D-95E9-687AEE393215}" srcOrd="0" destOrd="0" presId="urn:microsoft.com/office/officeart/2005/8/layout/cycle6"/>
    <dgm:cxn modelId="{43844B41-260B-45E6-ACF3-E8C120AB37DB}" type="presOf" srcId="{76B5D27C-739F-4BE1-BB49-1559BF61D55D}" destId="{C78ECE81-A2B2-47AC-8CB7-A602A09D7084}" srcOrd="0" destOrd="0" presId="urn:microsoft.com/office/officeart/2005/8/layout/cycle6"/>
    <dgm:cxn modelId="{1FF3D062-ADB6-42A9-AC46-6BCC39F51934}" type="presOf" srcId="{C81C93CF-4ABC-443A-B46F-7B67B7A103B0}" destId="{7F89DABF-7369-48F0-8963-A2942746E850}" srcOrd="0" destOrd="0" presId="urn:microsoft.com/office/officeart/2005/8/layout/cycle6"/>
    <dgm:cxn modelId="{E4A6BC44-AE44-4BA5-B6D3-1BCE6AE0F149}" srcId="{B3F6A2BA-40B6-4187-AFF8-F8F9AF80E7F9}" destId="{48A59AEC-96FC-49B4-88EA-A3EB39384894}" srcOrd="28" destOrd="0" parTransId="{C44A88B5-B9C3-46DA-9DED-FD4A07327DFA}" sibTransId="{B7A4C8FA-340E-486F-81D8-FF544AB43A4E}"/>
    <dgm:cxn modelId="{361C1845-B91F-4C24-B652-323E1165FD8F}" srcId="{B3F6A2BA-40B6-4187-AFF8-F8F9AF80E7F9}" destId="{E4888B1B-2BE2-4790-B9ED-71F3187B9F21}" srcOrd="31" destOrd="0" parTransId="{73C1ADEF-47C9-4674-A811-66907754D373}" sibTransId="{E1A72A0C-6E1A-4616-AA17-2E6AC02A1850}"/>
    <dgm:cxn modelId="{9546C045-C4C2-4C71-84A9-8821CE74D4A7}" srcId="{B3F6A2BA-40B6-4187-AFF8-F8F9AF80E7F9}" destId="{5625A0BA-3784-45B6-97EC-2096A47B399F}" srcOrd="6" destOrd="0" parTransId="{51144210-2446-443F-A25F-970665996710}" sibTransId="{A6D5980C-35E2-4AB0-8246-6AAB28C06B23}"/>
    <dgm:cxn modelId="{09564647-1076-4534-98DD-27C7DC90E253}" type="presOf" srcId="{CB7A3099-1224-4ECB-902C-396EC7BA7968}" destId="{37F6FC54-D545-444E-B19E-55F8864057C9}" srcOrd="0" destOrd="0" presId="urn:microsoft.com/office/officeart/2005/8/layout/cycle6"/>
    <dgm:cxn modelId="{DC348447-1B2C-4275-874E-AE8A67AEE4C5}" type="presOf" srcId="{AA774F68-286C-419B-8B7D-02F83155FDF4}" destId="{3E6F2280-A61F-493F-991B-F51BCDF11010}" srcOrd="0" destOrd="0" presId="urn:microsoft.com/office/officeart/2005/8/layout/cycle6"/>
    <dgm:cxn modelId="{2586EC47-A7AE-4C9F-AD78-2ACCBD696A33}" type="presOf" srcId="{9281F980-DBAB-4458-BA3E-080893361045}" destId="{27377A35-5C63-4153-A1CA-D07A81FEBED6}" srcOrd="0" destOrd="0" presId="urn:microsoft.com/office/officeart/2005/8/layout/cycle6"/>
    <dgm:cxn modelId="{A8717369-5DD7-4FC7-8DA8-D37B79527841}" srcId="{B3F6A2BA-40B6-4187-AFF8-F8F9AF80E7F9}" destId="{B84CDA86-2342-4CD5-A2D0-3EE2D6B77400}" srcOrd="5" destOrd="0" parTransId="{6D543B5E-EEF0-418E-B140-9726487CF57E}" sibTransId="{29F8A4A0-082D-4991-B443-0A8AFA42422B}"/>
    <dgm:cxn modelId="{96ED8749-FE70-4640-A4C7-D1987BB7C5FF}" type="presOf" srcId="{5F59E52A-EEFC-4001-A3E3-1E6D1568133C}" destId="{68E8B125-993D-469E-AA0B-682C870C8CE0}" srcOrd="0" destOrd="0" presId="urn:microsoft.com/office/officeart/2005/8/layout/cycle6"/>
    <dgm:cxn modelId="{1026074B-CC37-4BE4-828F-B18EFD1D274C}" srcId="{B3F6A2BA-40B6-4187-AFF8-F8F9AF80E7F9}" destId="{FB04C0DC-EAE0-413B-AB0C-0534D7083871}" srcOrd="17" destOrd="0" parTransId="{3EEDB1CF-A50E-4C9A-8150-B0451961C9D5}" sibTransId="{5F59E52A-EEFC-4001-A3E3-1E6D1568133C}"/>
    <dgm:cxn modelId="{F506E86B-8150-47A3-B191-82DF382E8CD4}" srcId="{B3F6A2BA-40B6-4187-AFF8-F8F9AF80E7F9}" destId="{0F1EED64-1422-4916-86A1-6EC539D1088A}" srcOrd="3" destOrd="0" parTransId="{A31802B4-E52B-4F45-9C81-62E72A979B4E}" sibTransId="{C682A7C4-7A1C-44E3-9B83-DF842E56DA03}"/>
    <dgm:cxn modelId="{406D366D-8454-4213-85DC-29D3ED9C68AD}" type="presOf" srcId="{EE9F8E24-F686-4CD7-B40D-889B181D327C}" destId="{C75F3799-6FE1-44D4-94E5-D0323DD9642D}" srcOrd="0" destOrd="0" presId="urn:microsoft.com/office/officeart/2005/8/layout/cycle6"/>
    <dgm:cxn modelId="{7866174E-03FC-448F-AA29-4F40ADCCC01E}" type="presOf" srcId="{A895021A-1FC9-40D9-9A23-C05D673066F3}" destId="{ACA3DEE4-4C37-414B-A20E-469C72FF631D}" srcOrd="0" destOrd="0" presId="urn:microsoft.com/office/officeart/2005/8/layout/cycle6"/>
    <dgm:cxn modelId="{7AB7376E-3540-46D8-A5C1-95FD5F8063BF}" type="presOf" srcId="{E1A72A0C-6E1A-4616-AA17-2E6AC02A1850}" destId="{5CFB3FD2-2DF6-4205-823E-F0FEC3D98719}" srcOrd="0" destOrd="0" presId="urn:microsoft.com/office/officeart/2005/8/layout/cycle6"/>
    <dgm:cxn modelId="{785C036F-525F-4966-9782-A07CF49BA506}" type="presOf" srcId="{1D060F47-F191-4433-AAC1-B798E8CB1418}" destId="{F221C969-D840-4207-AD08-C8DF473E761E}" srcOrd="0" destOrd="0" presId="urn:microsoft.com/office/officeart/2005/8/layout/cycle6"/>
    <dgm:cxn modelId="{3F202E72-A8C8-4FF4-AF5E-2A86FCDEB7EB}" type="presOf" srcId="{EA111F39-A024-4AB2-977C-8988D99FEE4B}" destId="{E213AD56-109D-4571-A0B0-1181C7025370}" srcOrd="0" destOrd="0" presId="urn:microsoft.com/office/officeart/2005/8/layout/cycle6"/>
    <dgm:cxn modelId="{BDA65472-4515-443D-AECB-B134AC143F6A}" type="presOf" srcId="{6C9FBB1A-9ABC-41ED-8500-19720D0A6187}" destId="{F56FC7F1-C52A-48DE-AD95-4D744553B23F}" srcOrd="0" destOrd="0" presId="urn:microsoft.com/office/officeart/2005/8/layout/cycle6"/>
    <dgm:cxn modelId="{929B2553-17C8-4725-909B-401830E45224}" type="presOf" srcId="{910D43BF-2E12-4265-8F31-790375B138D8}" destId="{0CA37BE1-2CF9-468E-BFF7-47A995E3BB08}" srcOrd="0" destOrd="0" presId="urn:microsoft.com/office/officeart/2005/8/layout/cycle6"/>
    <dgm:cxn modelId="{0525AF53-9380-4C2B-BDCE-6555EB276CFD}" type="presOf" srcId="{3515389E-A2D9-4A91-A416-D06FB2BCF4D7}" destId="{A95F9BD2-8E6C-4D20-A2D9-24C989631FAC}" srcOrd="0" destOrd="0" presId="urn:microsoft.com/office/officeart/2005/8/layout/cycle6"/>
    <dgm:cxn modelId="{9FC3C574-02ED-4232-A01F-9EB4AFF41996}" srcId="{B3F6A2BA-40B6-4187-AFF8-F8F9AF80E7F9}" destId="{35385F59-FD3A-4E0E-806D-0D171FD73B60}" srcOrd="21" destOrd="0" parTransId="{567BD894-944E-4EF2-8D98-51536C8E1C83}" sibTransId="{6D67EEEA-04ED-4D88-A526-8907150BA8B9}"/>
    <dgm:cxn modelId="{9751F274-5EE9-4DEF-9205-CAB8BEE9F26A}" srcId="{B3F6A2BA-40B6-4187-AFF8-F8F9AF80E7F9}" destId="{D02FAA77-956C-45D2-8464-ED2559956DD2}" srcOrd="26" destOrd="0" parTransId="{C79E506C-53D3-4E39-8681-67DEA5CADD14}" sibTransId="{AC94AC6E-FC58-470F-95C8-F928ABB93594}"/>
    <dgm:cxn modelId="{164D2C55-8F87-41B1-9294-039A2E56BA6A}" type="presOf" srcId="{E18762FF-2354-4F30-90ED-6FBC8FFF9078}" destId="{B9DC5B5E-81C6-4A00-AD4E-BE0007B91F2F}" srcOrd="0" destOrd="0" presId="urn:microsoft.com/office/officeart/2005/8/layout/cycle6"/>
    <dgm:cxn modelId="{0C29EC76-D4AC-4DC4-9D40-265DA37EAA2C}" srcId="{B3F6A2BA-40B6-4187-AFF8-F8F9AF80E7F9}" destId="{79F5EE38-222D-4BAC-ABC2-B06CAE63135B}" srcOrd="24" destOrd="0" parTransId="{3ADBA506-0986-4716-88E4-2981DF0CE09F}" sibTransId="{6C9FBB1A-9ABC-41ED-8500-19720D0A6187}"/>
    <dgm:cxn modelId="{07A50D78-6639-4A33-A74B-7706837DD05D}" srcId="{B3F6A2BA-40B6-4187-AFF8-F8F9AF80E7F9}" destId="{A69216B9-B887-4EAA-9118-9814BCE4A626}" srcOrd="19" destOrd="0" parTransId="{1D5DB990-5536-4125-944D-02ECBBA33DE4}" sibTransId="{EC947020-A574-4203-9CD7-6728E8A1F218}"/>
    <dgm:cxn modelId="{8B81027A-211C-430D-9B59-3BA9134D4DAD}" type="presOf" srcId="{79F5EE38-222D-4BAC-ABC2-B06CAE63135B}" destId="{991A4C05-42A7-4815-BBC2-046FF52DA966}" srcOrd="0" destOrd="0" presId="urn:microsoft.com/office/officeart/2005/8/layout/cycle6"/>
    <dgm:cxn modelId="{C53B7F7A-3F7C-4500-9CAA-E1066ACD9201}" srcId="{B3F6A2BA-40B6-4187-AFF8-F8F9AF80E7F9}" destId="{B2DF35EF-9BDC-40A7-BFCA-A1A3E1293144}" srcOrd="7" destOrd="0" parTransId="{2769CC40-045F-4640-A563-15B6F6571048}" sibTransId="{3515389E-A2D9-4A91-A416-D06FB2BCF4D7}"/>
    <dgm:cxn modelId="{92B7CF88-19DA-4C68-B48A-56C5D09BD078}" srcId="{B3F6A2BA-40B6-4187-AFF8-F8F9AF80E7F9}" destId="{05255914-D32A-40B4-8C21-212024189328}" srcOrd="1" destOrd="0" parTransId="{739FD09D-8045-4F96-B9E7-D3DCBC8AC11E}" sibTransId="{DF2D58BB-B07E-4427-B0B4-7328C7A546CF}"/>
    <dgm:cxn modelId="{34D92789-5358-4395-BA27-A3EBDF3CDB35}" type="presOf" srcId="{868767A5-C3E4-4645-9C8D-69D5627043D3}" destId="{FCDBC8B2-A072-489D-B135-4F76C90ABB73}" srcOrd="0" destOrd="0" presId="urn:microsoft.com/office/officeart/2005/8/layout/cycle6"/>
    <dgm:cxn modelId="{7BF95C8E-1AA0-4D67-9752-406F87F27A35}" type="presOf" srcId="{D02FAA77-956C-45D2-8464-ED2559956DD2}" destId="{BB6CD61F-322C-4EEA-85CC-48F3CC9DA29B}" srcOrd="0" destOrd="0" presId="urn:microsoft.com/office/officeart/2005/8/layout/cycle6"/>
    <dgm:cxn modelId="{6F7B148F-A03A-4A04-BB6B-7F07624E72D3}" type="presOf" srcId="{3EBDEC13-B94B-424C-B6D8-E23828E29484}" destId="{E6415271-4602-49BD-8F77-B2554532B0A0}" srcOrd="0" destOrd="0" presId="urn:microsoft.com/office/officeart/2005/8/layout/cycle6"/>
    <dgm:cxn modelId="{769A9C90-1794-4E33-8690-E92295FE1B28}" type="presOf" srcId="{DF2D58BB-B07E-4427-B0B4-7328C7A546CF}" destId="{53232857-986B-4378-8600-83D67A96D1FC}" srcOrd="0" destOrd="0" presId="urn:microsoft.com/office/officeart/2005/8/layout/cycle6"/>
    <dgm:cxn modelId="{5E9C7491-8D8A-4D29-9319-6651C92D7660}" type="presOf" srcId="{BB217A16-9AF2-4D4B-B615-1E19EDAD0C53}" destId="{CFCF3D4C-32A1-4968-B438-404BD7D6114A}" srcOrd="0" destOrd="0" presId="urn:microsoft.com/office/officeart/2005/8/layout/cycle6"/>
    <dgm:cxn modelId="{51335493-17D0-4296-9852-DF56B709386B}" type="presOf" srcId="{B2DF35EF-9BDC-40A7-BFCA-A1A3E1293144}" destId="{4EBAFEA8-38A7-4839-A196-E833865FEC3E}" srcOrd="0" destOrd="0" presId="urn:microsoft.com/office/officeart/2005/8/layout/cycle6"/>
    <dgm:cxn modelId="{16A34594-33A6-4493-BA23-38BF5100BDF4}" srcId="{B3F6A2BA-40B6-4187-AFF8-F8F9AF80E7F9}" destId="{4386FCAA-717C-484A-8040-46E0C7874DC0}" srcOrd="22" destOrd="0" parTransId="{7B2FE6D5-2676-445F-AC55-28FB452BBC94}" sibTransId="{1D060F47-F191-4433-AAC1-B798E8CB1418}"/>
    <dgm:cxn modelId="{8F07B39A-56A7-4CAD-8B62-DF4388458F36}" type="presOf" srcId="{B84CDA86-2342-4CD5-A2D0-3EE2D6B77400}" destId="{D0E1629B-81D1-410E-AE41-A68200AAD38A}" srcOrd="0" destOrd="0" presId="urn:microsoft.com/office/officeart/2005/8/layout/cycle6"/>
    <dgm:cxn modelId="{0D18B79F-5438-417A-A63F-60869227952B}" type="presOf" srcId="{E4888B1B-2BE2-4790-B9ED-71F3187B9F21}" destId="{503B42BA-B449-428B-A7CE-2DFEE7DEF4F0}" srcOrd="0" destOrd="0" presId="urn:microsoft.com/office/officeart/2005/8/layout/cycle6"/>
    <dgm:cxn modelId="{1F774BA2-9135-42D7-A6A7-1C39E6459835}" srcId="{B3F6A2BA-40B6-4187-AFF8-F8F9AF80E7F9}" destId="{9281F980-DBAB-4458-BA3E-080893361045}" srcOrd="9" destOrd="0" parTransId="{FC98046A-08E0-48A4-B812-F4BADECAFB37}" sibTransId="{EE9F8E24-F686-4CD7-B40D-889B181D327C}"/>
    <dgm:cxn modelId="{D6AA9AA3-A8B2-48ED-B74C-1ECC8DBF892A}" type="presOf" srcId="{B40BDC04-4CE6-4D7E-9F97-0E08939E39C6}" destId="{F136BB06-5C60-4B50-98D8-C6FCDB3F7F8E}" srcOrd="0" destOrd="0" presId="urn:microsoft.com/office/officeart/2005/8/layout/cycle6"/>
    <dgm:cxn modelId="{3C108DA5-5448-4F6E-B135-224D86045C99}" type="presOf" srcId="{A6D5980C-35E2-4AB0-8246-6AAB28C06B23}" destId="{36A25B59-0286-4766-AF4A-4AD99255FB9A}" srcOrd="0" destOrd="0" presId="urn:microsoft.com/office/officeart/2005/8/layout/cycle6"/>
    <dgm:cxn modelId="{924530A6-3097-4D68-A6E1-86B965D2922F}" type="presOf" srcId="{05255914-D32A-40B4-8C21-212024189328}" destId="{0A74DD1F-BEEA-4E1C-A32C-B77C043FA489}" srcOrd="0" destOrd="0" presId="urn:microsoft.com/office/officeart/2005/8/layout/cycle6"/>
    <dgm:cxn modelId="{1A792AAE-2086-4C09-9299-F978E6D076E1}" srcId="{B3F6A2BA-40B6-4187-AFF8-F8F9AF80E7F9}" destId="{DB1B9677-421A-4935-8C22-9192CE87F0FF}" srcOrd="13" destOrd="0" parTransId="{C1DA78D6-0CE1-41A2-A0EE-D8D11B345670}" sibTransId="{8BCD7E9B-E908-4EDF-8514-EDD1DB17AEBC}"/>
    <dgm:cxn modelId="{9576AAAE-58F2-424F-B8E3-B337460ABDE1}" srcId="{B3F6A2BA-40B6-4187-AFF8-F8F9AF80E7F9}" destId="{939662E8-1580-40AE-9B6C-323E8300E63E}" srcOrd="14" destOrd="0" parTransId="{A9B8F123-7BAB-41C3-840A-4F646C50888F}" sibTransId="{122F0F2A-9D73-4F96-9BEF-3D5D0F3739CC}"/>
    <dgm:cxn modelId="{3682ADAE-60E6-4E24-A4DD-5AE2DF5962DA}" type="presOf" srcId="{3D64D77A-FD09-4D3C-876D-C0CB137E62CD}" destId="{B309ED74-66A5-480C-86D1-D4E840F406AC}" srcOrd="0" destOrd="0" presId="urn:microsoft.com/office/officeart/2005/8/layout/cycle6"/>
    <dgm:cxn modelId="{83FB2EAF-DD48-44CB-836C-CD708AB69973}" type="presOf" srcId="{FB04C0DC-EAE0-413B-AB0C-0534D7083871}" destId="{2CC1B40C-A928-4D28-85BB-5E0283FC2F77}" srcOrd="0" destOrd="0" presId="urn:microsoft.com/office/officeart/2005/8/layout/cycle6"/>
    <dgm:cxn modelId="{C4D13FB4-0FD1-48FF-AB4B-035F479BA4E7}" srcId="{B3F6A2BA-40B6-4187-AFF8-F8F9AF80E7F9}" destId="{EE1F149E-F983-420A-AE26-0CA291A969CC}" srcOrd="11" destOrd="0" parTransId="{9B36F709-981A-4F1F-96A6-2972426A3A63}" sibTransId="{3FDD498B-C338-4F3C-9707-6A31F5EB9217}"/>
    <dgm:cxn modelId="{DE89C0B4-7DCE-41BE-92D2-508C298964E0}" type="presOf" srcId="{BE0F9672-9967-4BB3-945A-82902934D4C9}" destId="{BBF115A0-E49F-481D-B9B9-7781A7700C68}" srcOrd="0" destOrd="0" presId="urn:microsoft.com/office/officeart/2005/8/layout/cycle6"/>
    <dgm:cxn modelId="{CA98B5B7-867D-41B4-A452-B4FC72D3A4DD}" srcId="{B3F6A2BA-40B6-4187-AFF8-F8F9AF80E7F9}" destId="{0C32458D-E832-48BB-9259-B17D8D2F155B}" srcOrd="29" destOrd="0" parTransId="{4243369C-ADCF-43E1-B70D-7FEE941604AC}" sibTransId="{DF88F8CF-9279-4F9F-A099-1B4E96148323}"/>
    <dgm:cxn modelId="{463A9DC2-9F74-4FE7-9759-190434592925}" type="presOf" srcId="{48A59AEC-96FC-49B4-88EA-A3EB39384894}" destId="{CD308359-DDF9-4556-B21D-E2264F4EE573}" srcOrd="0" destOrd="0" presId="urn:microsoft.com/office/officeart/2005/8/layout/cycle6"/>
    <dgm:cxn modelId="{FB7E4DC5-62C5-4981-8682-8937577E6C9C}" type="presOf" srcId="{E48A52DD-C72D-4935-A10C-8179C47FCC6E}" destId="{D385CF75-2DC0-41B5-94A8-CB366CF3094B}" srcOrd="0" destOrd="0" presId="urn:microsoft.com/office/officeart/2005/8/layout/cycle6"/>
    <dgm:cxn modelId="{96CD7BC8-B9DB-41E6-97DB-D204EA8EDB2D}" type="presOf" srcId="{8BCD7E9B-E908-4EDF-8514-EDD1DB17AEBC}" destId="{6361BE26-1613-4254-AAB5-23BC794B38F0}" srcOrd="0" destOrd="0" presId="urn:microsoft.com/office/officeart/2005/8/layout/cycle6"/>
    <dgm:cxn modelId="{BD3507CB-CD63-4A6C-98E9-245F1A43E9C6}" type="presOf" srcId="{AC94AC6E-FC58-470F-95C8-F928ABB93594}" destId="{F9A0D072-B17C-43D0-9A88-104CAF700717}" srcOrd="0" destOrd="0" presId="urn:microsoft.com/office/officeart/2005/8/layout/cycle6"/>
    <dgm:cxn modelId="{F9D4BAD3-254D-4BBA-8A93-A969A0B3AFC9}" type="presOf" srcId="{BB5988A9-792F-4F35-BF7A-F0D97FB3530B}" destId="{C1FBA839-DD16-4EA3-AA23-4F09E108C25C}" srcOrd="0" destOrd="0" presId="urn:microsoft.com/office/officeart/2005/8/layout/cycle6"/>
    <dgm:cxn modelId="{88623BD7-0B78-4848-B319-4C616239BAB7}" srcId="{B3F6A2BA-40B6-4187-AFF8-F8F9AF80E7F9}" destId="{83672DD1-994D-4D7A-9A37-481E9664950D}" srcOrd="16" destOrd="0" parTransId="{DDC0B2F7-016B-4613-8A55-5AA6A2FDE60C}" sibTransId="{B40BDC04-4CE6-4D7E-9F97-0E08939E39C6}"/>
    <dgm:cxn modelId="{620695D7-CA51-4F29-A663-D46A3C8525EB}" type="presOf" srcId="{49E309A8-4ACE-4E24-9468-1B63E3F6A1C8}" destId="{9FC84676-4902-4A78-9386-9F053440A259}" srcOrd="0" destOrd="0" presId="urn:microsoft.com/office/officeart/2005/8/layout/cycle6"/>
    <dgm:cxn modelId="{C49149D8-B800-4423-B48C-40A1637857E9}" srcId="{B3F6A2BA-40B6-4187-AFF8-F8F9AF80E7F9}" destId="{49E309A8-4ACE-4E24-9468-1B63E3F6A1C8}" srcOrd="25" destOrd="0" parTransId="{D6C68469-A6BE-45BF-A540-5A9AD7D1FDCC}" sibTransId="{7115A82F-A0CA-47E6-9A40-2F50E0CCCA35}"/>
    <dgm:cxn modelId="{29A30ADC-A6BC-435E-945B-0D4B92AD8430}" srcId="{B3F6A2BA-40B6-4187-AFF8-F8F9AF80E7F9}" destId="{CF291975-5B89-42C1-A954-78B0363C5805}" srcOrd="2" destOrd="0" parTransId="{F3DC7968-B68E-4A83-B115-D21E76300FFF}" sibTransId="{BB5988A9-792F-4F35-BF7A-F0D97FB3530B}"/>
    <dgm:cxn modelId="{0740BDDC-6449-470A-97CC-B8B74EE9DA2B}" type="presOf" srcId="{DF88F8CF-9279-4F9F-A099-1B4E96148323}" destId="{10B85967-A5CA-441C-B74B-8FD7919CBCCC}" srcOrd="0" destOrd="0" presId="urn:microsoft.com/office/officeart/2005/8/layout/cycle6"/>
    <dgm:cxn modelId="{9F95C6E4-AC2F-4ACD-879A-1127D0371E91}" type="presOf" srcId="{B7A4C8FA-340E-486F-81D8-FF544AB43A4E}" destId="{81F2DA4D-EFC8-4AA8-9C5F-683BBAC275F5}" srcOrd="0" destOrd="0" presId="urn:microsoft.com/office/officeart/2005/8/layout/cycle6"/>
    <dgm:cxn modelId="{FE5DE3E6-FC91-4656-85E4-45B335D2DABB}" srcId="{B3F6A2BA-40B6-4187-AFF8-F8F9AF80E7F9}" destId="{553BEC81-A978-430C-80DA-1DF185989AAF}" srcOrd="30" destOrd="0" parTransId="{F967C4E0-84B8-4DD8-94B3-652A70C1E617}" sibTransId="{E48A52DD-C72D-4935-A10C-8179C47FCC6E}"/>
    <dgm:cxn modelId="{D864FDE6-AE68-4123-A8AA-7FC1D1294C03}" srcId="{B3F6A2BA-40B6-4187-AFF8-F8F9AF80E7F9}" destId="{BB217A16-9AF2-4D4B-B615-1E19EDAD0C53}" srcOrd="23" destOrd="0" parTransId="{C1AA23A3-532B-4317-BA6C-EB24CD6F69A6}" sibTransId="{C0983ED0-8E1A-4C36-9B3F-D751B585C5F1}"/>
    <dgm:cxn modelId="{C42EDAE7-9B32-4B8F-9885-53B3DB5E0547}" type="presOf" srcId="{BAB1302C-DD81-4AE2-A8FB-5C6A8E8133E8}" destId="{FADD2792-6893-42FB-A020-33C72A283A6C}" srcOrd="0" destOrd="0" presId="urn:microsoft.com/office/officeart/2005/8/layout/cycle6"/>
    <dgm:cxn modelId="{1003FCE8-4B2D-4BDC-8596-898085850DDC}" type="presOf" srcId="{7115A82F-A0CA-47E6-9A40-2F50E0CCCA35}" destId="{D6FF76DD-C30F-4EB0-8FCF-74271CBF245A}" srcOrd="0" destOrd="0" presId="urn:microsoft.com/office/officeart/2005/8/layout/cycle6"/>
    <dgm:cxn modelId="{3D4E97EA-89D6-4F69-8109-635B0AF236FD}" srcId="{B3F6A2BA-40B6-4187-AFF8-F8F9AF80E7F9}" destId="{A895021A-1FC9-40D9-9A23-C05D673066F3}" srcOrd="10" destOrd="0" parTransId="{ED7432BF-B985-48B1-B8F2-801A42157DE6}" sibTransId="{C63CE439-C9A4-437A-AA24-C2B1C4D3EC13}"/>
    <dgm:cxn modelId="{9F6055F0-061D-4B4A-AFDD-7395403A4D24}" type="presOf" srcId="{939662E8-1580-40AE-9B6C-323E8300E63E}" destId="{75C04093-B402-44E4-A02F-D9D20B3CFE9D}" srcOrd="0" destOrd="0" presId="urn:microsoft.com/office/officeart/2005/8/layout/cycle6"/>
    <dgm:cxn modelId="{D30E7CF0-5B4B-40D3-96D0-383F887793FD}" srcId="{B3F6A2BA-40B6-4187-AFF8-F8F9AF80E7F9}" destId="{868767A5-C3E4-4645-9C8D-69D5627043D3}" srcOrd="8" destOrd="0" parTransId="{09A882C0-93B2-4C56-BE95-EDAAA5B0FF47}" sibTransId="{BE0F9672-9967-4BB3-945A-82902934D4C9}"/>
    <dgm:cxn modelId="{79927FF0-51F3-479B-851F-9D6D021D67A3}" type="presOf" srcId="{0C32458D-E832-48BB-9259-B17D8D2F155B}" destId="{9AC4915E-252C-49E2-84A8-90A6E8385642}" srcOrd="0" destOrd="0" presId="urn:microsoft.com/office/officeart/2005/8/layout/cycle6"/>
    <dgm:cxn modelId="{05EAC7F0-731C-4878-BE9B-40851CEFC7AA}" type="presOf" srcId="{C0983ED0-8E1A-4C36-9B3F-D751B585C5F1}" destId="{21A7A6A5-C6D1-4211-8A8E-22C0ECD96F49}" srcOrd="0" destOrd="0" presId="urn:microsoft.com/office/officeart/2005/8/layout/cycle6"/>
    <dgm:cxn modelId="{1B6BBBF3-5D9F-4716-A090-FE2F7027FDD2}" type="presOf" srcId="{0F1EED64-1422-4916-86A1-6EC539D1088A}" destId="{47D8252C-7210-4124-986D-C5A27EC7BB38}" srcOrd="0" destOrd="0" presId="urn:microsoft.com/office/officeart/2005/8/layout/cycle6"/>
    <dgm:cxn modelId="{216DB2F5-75CA-4376-B7A2-FB5C9BAD5D96}" type="presOf" srcId="{C55123D5-8763-48CB-8093-D52598355663}" destId="{E5C3F0BA-DB69-495D-9DEA-D13C90EA3630}" srcOrd="0" destOrd="0" presId="urn:microsoft.com/office/officeart/2005/8/layout/cycle6"/>
    <dgm:cxn modelId="{F29EE7F7-E4A0-4A81-876C-DFD076632A08}" type="presOf" srcId="{553BEC81-A978-430C-80DA-1DF185989AAF}" destId="{F724F2BE-3492-48DF-BEB0-18E86EC3383D}" srcOrd="0" destOrd="0" presId="urn:microsoft.com/office/officeart/2005/8/layout/cycle6"/>
    <dgm:cxn modelId="{EBC68FFD-0F35-4FBB-B798-DB0A754358E6}" srcId="{B3F6A2BA-40B6-4187-AFF8-F8F9AF80E7F9}" destId="{3EBDEC13-B94B-424C-B6D8-E23828E29484}" srcOrd="12" destOrd="0" parTransId="{4194DC5B-FCB2-47F2-A7AB-F8C802D2C380}" sibTransId="{910D43BF-2E12-4265-8F31-790375B138D8}"/>
    <dgm:cxn modelId="{6621B6DA-AF25-4170-B129-E4A9C9469725}" type="presParOf" srcId="{EFAE7302-6632-4D60-A96D-23F394241DE4}" destId="{37F6FC54-D545-444E-B19E-55F8864057C9}" srcOrd="0" destOrd="0" presId="urn:microsoft.com/office/officeart/2005/8/layout/cycle6"/>
    <dgm:cxn modelId="{3707B286-09B0-411D-80CF-4B7032F2B7DE}" type="presParOf" srcId="{EFAE7302-6632-4D60-A96D-23F394241DE4}" destId="{F73F8756-B089-4C69-872B-9C77B1D2E9B9}" srcOrd="1" destOrd="0" presId="urn:microsoft.com/office/officeart/2005/8/layout/cycle6"/>
    <dgm:cxn modelId="{ECA84406-B55D-47E5-968E-7011D1A038FF}" type="presParOf" srcId="{EFAE7302-6632-4D60-A96D-23F394241DE4}" destId="{990317AE-40E7-4E24-A709-5C1E3D7DF428}" srcOrd="2" destOrd="0" presId="urn:microsoft.com/office/officeart/2005/8/layout/cycle6"/>
    <dgm:cxn modelId="{D6B0C512-57F7-4E58-BC44-DB53FB2894D3}" type="presParOf" srcId="{EFAE7302-6632-4D60-A96D-23F394241DE4}" destId="{0A74DD1F-BEEA-4E1C-A32C-B77C043FA489}" srcOrd="3" destOrd="0" presId="urn:microsoft.com/office/officeart/2005/8/layout/cycle6"/>
    <dgm:cxn modelId="{8C6AC25B-69FB-4C8D-83FB-CC23E3CBC36C}" type="presParOf" srcId="{EFAE7302-6632-4D60-A96D-23F394241DE4}" destId="{33AA3025-9FF4-4436-AD56-351C2AA3B91C}" srcOrd="4" destOrd="0" presId="urn:microsoft.com/office/officeart/2005/8/layout/cycle6"/>
    <dgm:cxn modelId="{96CA7999-3773-4C82-8B31-3C2EAA807603}" type="presParOf" srcId="{EFAE7302-6632-4D60-A96D-23F394241DE4}" destId="{53232857-986B-4378-8600-83D67A96D1FC}" srcOrd="5" destOrd="0" presId="urn:microsoft.com/office/officeart/2005/8/layout/cycle6"/>
    <dgm:cxn modelId="{D673F7E4-4577-4578-8E75-DB023315C0C0}" type="presParOf" srcId="{EFAE7302-6632-4D60-A96D-23F394241DE4}" destId="{B79BDE4E-122F-4949-877A-51460124312E}" srcOrd="6" destOrd="0" presId="urn:microsoft.com/office/officeart/2005/8/layout/cycle6"/>
    <dgm:cxn modelId="{ACA39E4C-E31A-4B33-B77A-ED48A5982FDF}" type="presParOf" srcId="{EFAE7302-6632-4D60-A96D-23F394241DE4}" destId="{E5A97052-E50B-4364-B8F3-C5BB55C62E43}" srcOrd="7" destOrd="0" presId="urn:microsoft.com/office/officeart/2005/8/layout/cycle6"/>
    <dgm:cxn modelId="{A104DAB4-4EEF-4ADF-A942-9DA5CFA81F27}" type="presParOf" srcId="{EFAE7302-6632-4D60-A96D-23F394241DE4}" destId="{C1FBA839-DD16-4EA3-AA23-4F09E108C25C}" srcOrd="8" destOrd="0" presId="urn:microsoft.com/office/officeart/2005/8/layout/cycle6"/>
    <dgm:cxn modelId="{28BCFA59-6272-411F-9B97-C86B6CB7C96C}" type="presParOf" srcId="{EFAE7302-6632-4D60-A96D-23F394241DE4}" destId="{47D8252C-7210-4124-986D-C5A27EC7BB38}" srcOrd="9" destOrd="0" presId="urn:microsoft.com/office/officeart/2005/8/layout/cycle6"/>
    <dgm:cxn modelId="{C024DCFC-9833-41D1-AD6D-7443058B6BE7}" type="presParOf" srcId="{EFAE7302-6632-4D60-A96D-23F394241DE4}" destId="{49128025-155A-4115-B8B9-1A751CA1730C}" srcOrd="10" destOrd="0" presId="urn:microsoft.com/office/officeart/2005/8/layout/cycle6"/>
    <dgm:cxn modelId="{1A6AA855-D953-4940-BD9E-7531F3ADC5F2}" type="presParOf" srcId="{EFAE7302-6632-4D60-A96D-23F394241DE4}" destId="{9A5BE75C-4E4D-435D-8920-9E32832F465D}" srcOrd="11" destOrd="0" presId="urn:microsoft.com/office/officeart/2005/8/layout/cycle6"/>
    <dgm:cxn modelId="{DF2A10CC-5BAB-4D8F-A76B-759426318884}" type="presParOf" srcId="{EFAE7302-6632-4D60-A96D-23F394241DE4}" destId="{E213AD56-109D-4571-A0B0-1181C7025370}" srcOrd="12" destOrd="0" presId="urn:microsoft.com/office/officeart/2005/8/layout/cycle6"/>
    <dgm:cxn modelId="{B67475AB-9ABD-4423-9684-60E825B9CE58}" type="presParOf" srcId="{EFAE7302-6632-4D60-A96D-23F394241DE4}" destId="{41190AB1-8428-4DEE-ADF0-BAC788A0917C}" srcOrd="13" destOrd="0" presId="urn:microsoft.com/office/officeart/2005/8/layout/cycle6"/>
    <dgm:cxn modelId="{5F57F001-5A70-4E81-905F-8396F89B7E45}" type="presParOf" srcId="{EFAE7302-6632-4D60-A96D-23F394241DE4}" destId="{3E6F2280-A61F-493F-991B-F51BCDF11010}" srcOrd="14" destOrd="0" presId="urn:microsoft.com/office/officeart/2005/8/layout/cycle6"/>
    <dgm:cxn modelId="{9A83EF65-DA8A-4CF5-B939-5DFF970DD96E}" type="presParOf" srcId="{EFAE7302-6632-4D60-A96D-23F394241DE4}" destId="{D0E1629B-81D1-410E-AE41-A68200AAD38A}" srcOrd="15" destOrd="0" presId="urn:microsoft.com/office/officeart/2005/8/layout/cycle6"/>
    <dgm:cxn modelId="{EF1CD401-367B-462C-8194-CA15F86B317F}" type="presParOf" srcId="{EFAE7302-6632-4D60-A96D-23F394241DE4}" destId="{98736DC7-D98D-4E78-942E-3E553CB51665}" srcOrd="16" destOrd="0" presId="urn:microsoft.com/office/officeart/2005/8/layout/cycle6"/>
    <dgm:cxn modelId="{76870571-654B-43D8-BCA5-69924D993CD8}" type="presParOf" srcId="{EFAE7302-6632-4D60-A96D-23F394241DE4}" destId="{896B2AF0-997F-4A3D-95E9-687AEE393215}" srcOrd="17" destOrd="0" presId="urn:microsoft.com/office/officeart/2005/8/layout/cycle6"/>
    <dgm:cxn modelId="{C0FFF2CB-36E5-45BD-970C-C028E0E15439}" type="presParOf" srcId="{EFAE7302-6632-4D60-A96D-23F394241DE4}" destId="{BC51FB21-3AAD-464F-AB4E-68130F6D9956}" srcOrd="18" destOrd="0" presId="urn:microsoft.com/office/officeart/2005/8/layout/cycle6"/>
    <dgm:cxn modelId="{B1D314A2-0F53-4D27-A68E-EFBC9B92CEA0}" type="presParOf" srcId="{EFAE7302-6632-4D60-A96D-23F394241DE4}" destId="{678D2501-9B9B-4053-8341-251711D30C2F}" srcOrd="19" destOrd="0" presId="urn:microsoft.com/office/officeart/2005/8/layout/cycle6"/>
    <dgm:cxn modelId="{B505C280-A3AE-40AA-B02E-DFF2E4FC28A7}" type="presParOf" srcId="{EFAE7302-6632-4D60-A96D-23F394241DE4}" destId="{36A25B59-0286-4766-AF4A-4AD99255FB9A}" srcOrd="20" destOrd="0" presId="urn:microsoft.com/office/officeart/2005/8/layout/cycle6"/>
    <dgm:cxn modelId="{6091E637-C982-459A-ACA2-97CC2E97030C}" type="presParOf" srcId="{EFAE7302-6632-4D60-A96D-23F394241DE4}" destId="{4EBAFEA8-38A7-4839-A196-E833865FEC3E}" srcOrd="21" destOrd="0" presId="urn:microsoft.com/office/officeart/2005/8/layout/cycle6"/>
    <dgm:cxn modelId="{79EE7D22-B374-411A-815A-0EAF6030EAD2}" type="presParOf" srcId="{EFAE7302-6632-4D60-A96D-23F394241DE4}" destId="{C248C08C-3758-4EEE-8D81-59D26C39B226}" srcOrd="22" destOrd="0" presId="urn:microsoft.com/office/officeart/2005/8/layout/cycle6"/>
    <dgm:cxn modelId="{08CB44B9-4A35-4159-A502-D524432A7D2F}" type="presParOf" srcId="{EFAE7302-6632-4D60-A96D-23F394241DE4}" destId="{A95F9BD2-8E6C-4D20-A2D9-24C989631FAC}" srcOrd="23" destOrd="0" presId="urn:microsoft.com/office/officeart/2005/8/layout/cycle6"/>
    <dgm:cxn modelId="{514EFED0-472D-4C55-8FF5-0DA1643ABC1B}" type="presParOf" srcId="{EFAE7302-6632-4D60-A96D-23F394241DE4}" destId="{FCDBC8B2-A072-489D-B135-4F76C90ABB73}" srcOrd="24" destOrd="0" presId="urn:microsoft.com/office/officeart/2005/8/layout/cycle6"/>
    <dgm:cxn modelId="{0280451B-4FF8-4987-8673-8034713EAB0F}" type="presParOf" srcId="{EFAE7302-6632-4D60-A96D-23F394241DE4}" destId="{1A502533-D656-4694-9BDA-B75F503AD108}" srcOrd="25" destOrd="0" presId="urn:microsoft.com/office/officeart/2005/8/layout/cycle6"/>
    <dgm:cxn modelId="{95E350F7-EED2-42C9-AF9A-4EA1E28DF5F6}" type="presParOf" srcId="{EFAE7302-6632-4D60-A96D-23F394241DE4}" destId="{BBF115A0-E49F-481D-B9B9-7781A7700C68}" srcOrd="26" destOrd="0" presId="urn:microsoft.com/office/officeart/2005/8/layout/cycle6"/>
    <dgm:cxn modelId="{895CC68E-656A-4B45-ABE7-343BC768D294}" type="presParOf" srcId="{EFAE7302-6632-4D60-A96D-23F394241DE4}" destId="{27377A35-5C63-4153-A1CA-D07A81FEBED6}" srcOrd="27" destOrd="0" presId="urn:microsoft.com/office/officeart/2005/8/layout/cycle6"/>
    <dgm:cxn modelId="{543074EE-152B-440E-9343-24C8D622CFFB}" type="presParOf" srcId="{EFAE7302-6632-4D60-A96D-23F394241DE4}" destId="{166E8CAE-7A6A-441E-B81D-F2A6930AEB34}" srcOrd="28" destOrd="0" presId="urn:microsoft.com/office/officeart/2005/8/layout/cycle6"/>
    <dgm:cxn modelId="{A9B93273-EFFF-4F8D-8FF8-39130ECFD65E}" type="presParOf" srcId="{EFAE7302-6632-4D60-A96D-23F394241DE4}" destId="{C75F3799-6FE1-44D4-94E5-D0323DD9642D}" srcOrd="29" destOrd="0" presId="urn:microsoft.com/office/officeart/2005/8/layout/cycle6"/>
    <dgm:cxn modelId="{FE45BDA7-9489-4612-ABE2-E7B84A9FC488}" type="presParOf" srcId="{EFAE7302-6632-4D60-A96D-23F394241DE4}" destId="{ACA3DEE4-4C37-414B-A20E-469C72FF631D}" srcOrd="30" destOrd="0" presId="urn:microsoft.com/office/officeart/2005/8/layout/cycle6"/>
    <dgm:cxn modelId="{E79350A0-E462-4208-BCAA-209DD91501B0}" type="presParOf" srcId="{EFAE7302-6632-4D60-A96D-23F394241DE4}" destId="{5E377587-15D8-428C-8F90-BB7C49868333}" srcOrd="31" destOrd="0" presId="urn:microsoft.com/office/officeart/2005/8/layout/cycle6"/>
    <dgm:cxn modelId="{1BDAF503-A957-42C6-90F8-735EE61FD0B8}" type="presParOf" srcId="{EFAE7302-6632-4D60-A96D-23F394241DE4}" destId="{39826E2A-859D-4D09-B02A-05287C251E70}" srcOrd="32" destOrd="0" presId="urn:microsoft.com/office/officeart/2005/8/layout/cycle6"/>
    <dgm:cxn modelId="{874F1E0F-0D97-42B5-90B3-2EB96E34EDD7}" type="presParOf" srcId="{EFAE7302-6632-4D60-A96D-23F394241DE4}" destId="{508270A1-9056-4B9A-B0BC-2D3B1299FC58}" srcOrd="33" destOrd="0" presId="urn:microsoft.com/office/officeart/2005/8/layout/cycle6"/>
    <dgm:cxn modelId="{1BBF48E7-F7A2-4E79-BCBA-E04E929A3BB2}" type="presParOf" srcId="{EFAE7302-6632-4D60-A96D-23F394241DE4}" destId="{32B48CEE-BE6C-4B73-AA70-08340D7306CA}" srcOrd="34" destOrd="0" presId="urn:microsoft.com/office/officeart/2005/8/layout/cycle6"/>
    <dgm:cxn modelId="{1D28E5B8-D530-4F53-A616-466E90F9A061}" type="presParOf" srcId="{EFAE7302-6632-4D60-A96D-23F394241DE4}" destId="{0186EB4D-19E9-40A6-9853-FE75E1F1C601}" srcOrd="35" destOrd="0" presId="urn:microsoft.com/office/officeart/2005/8/layout/cycle6"/>
    <dgm:cxn modelId="{074F205E-EC3C-4B3D-B160-BFADF501E7E9}" type="presParOf" srcId="{EFAE7302-6632-4D60-A96D-23F394241DE4}" destId="{E6415271-4602-49BD-8F77-B2554532B0A0}" srcOrd="36" destOrd="0" presId="urn:microsoft.com/office/officeart/2005/8/layout/cycle6"/>
    <dgm:cxn modelId="{1143A593-E145-4E46-AC66-6BAED6D586F7}" type="presParOf" srcId="{EFAE7302-6632-4D60-A96D-23F394241DE4}" destId="{18476B6F-E555-4078-9F4F-FED8900C0811}" srcOrd="37" destOrd="0" presId="urn:microsoft.com/office/officeart/2005/8/layout/cycle6"/>
    <dgm:cxn modelId="{FBB7CE91-2097-462F-A342-E56F1424774F}" type="presParOf" srcId="{EFAE7302-6632-4D60-A96D-23F394241DE4}" destId="{0CA37BE1-2CF9-468E-BFF7-47A995E3BB08}" srcOrd="38" destOrd="0" presId="urn:microsoft.com/office/officeart/2005/8/layout/cycle6"/>
    <dgm:cxn modelId="{DA3AA9CE-DB7A-48D3-93C5-AA44F03460FA}" type="presParOf" srcId="{EFAE7302-6632-4D60-A96D-23F394241DE4}" destId="{C10433AE-724D-434E-B55F-F8FBA5E6691B}" srcOrd="39" destOrd="0" presId="urn:microsoft.com/office/officeart/2005/8/layout/cycle6"/>
    <dgm:cxn modelId="{D4F69DDF-8DC2-4B4B-94DA-E21E30884E82}" type="presParOf" srcId="{EFAE7302-6632-4D60-A96D-23F394241DE4}" destId="{1BF69A71-2EE3-482B-A6FD-09CDD6717BD2}" srcOrd="40" destOrd="0" presId="urn:microsoft.com/office/officeart/2005/8/layout/cycle6"/>
    <dgm:cxn modelId="{AABA4186-EEAD-4B3C-B327-8083A96C8C9C}" type="presParOf" srcId="{EFAE7302-6632-4D60-A96D-23F394241DE4}" destId="{6361BE26-1613-4254-AAB5-23BC794B38F0}" srcOrd="41" destOrd="0" presId="urn:microsoft.com/office/officeart/2005/8/layout/cycle6"/>
    <dgm:cxn modelId="{713C5C51-4440-485B-B82F-68923D902FF3}" type="presParOf" srcId="{EFAE7302-6632-4D60-A96D-23F394241DE4}" destId="{75C04093-B402-44E4-A02F-D9D20B3CFE9D}" srcOrd="42" destOrd="0" presId="urn:microsoft.com/office/officeart/2005/8/layout/cycle6"/>
    <dgm:cxn modelId="{D3B81860-2CAB-4927-A11F-1250CE314F00}" type="presParOf" srcId="{EFAE7302-6632-4D60-A96D-23F394241DE4}" destId="{320450C4-F523-4B16-B2D9-4DF083C0D164}" srcOrd="43" destOrd="0" presId="urn:microsoft.com/office/officeart/2005/8/layout/cycle6"/>
    <dgm:cxn modelId="{023A6E74-B785-4C31-BCF1-8F9D3BC40B3B}" type="presParOf" srcId="{EFAE7302-6632-4D60-A96D-23F394241DE4}" destId="{76F78CE6-90C8-4B35-9F7E-1F5EB9B22151}" srcOrd="44" destOrd="0" presId="urn:microsoft.com/office/officeart/2005/8/layout/cycle6"/>
    <dgm:cxn modelId="{0B619388-2DD4-48C4-BEB3-7029D8F1824B}" type="presParOf" srcId="{EFAE7302-6632-4D60-A96D-23F394241DE4}" destId="{618D29F1-B27A-4177-81E5-AC40E22B797C}" srcOrd="45" destOrd="0" presId="urn:microsoft.com/office/officeart/2005/8/layout/cycle6"/>
    <dgm:cxn modelId="{22187E84-C783-4D64-A070-E48F89BB0BE9}" type="presParOf" srcId="{EFAE7302-6632-4D60-A96D-23F394241DE4}" destId="{6DA6B6DF-5C12-40CD-AAE4-BEDED49DD127}" srcOrd="46" destOrd="0" presId="urn:microsoft.com/office/officeart/2005/8/layout/cycle6"/>
    <dgm:cxn modelId="{3F8B8A9F-E26D-4322-A472-6ECC628E307E}" type="presParOf" srcId="{EFAE7302-6632-4D60-A96D-23F394241DE4}" destId="{B309ED74-66A5-480C-86D1-D4E840F406AC}" srcOrd="47" destOrd="0" presId="urn:microsoft.com/office/officeart/2005/8/layout/cycle6"/>
    <dgm:cxn modelId="{DBE2E399-85E1-4B4A-8B1C-EAFCDFB453A4}" type="presParOf" srcId="{EFAE7302-6632-4D60-A96D-23F394241DE4}" destId="{1DFE6595-7230-483C-9D32-BFCA9CE92D85}" srcOrd="48" destOrd="0" presId="urn:microsoft.com/office/officeart/2005/8/layout/cycle6"/>
    <dgm:cxn modelId="{F8C3B426-19C8-4C58-AFEB-0A53E20704DA}" type="presParOf" srcId="{EFAE7302-6632-4D60-A96D-23F394241DE4}" destId="{951B332A-C98B-433A-BC90-670312A65140}" srcOrd="49" destOrd="0" presId="urn:microsoft.com/office/officeart/2005/8/layout/cycle6"/>
    <dgm:cxn modelId="{61843433-4EB1-48AF-B846-14B732610E3B}" type="presParOf" srcId="{EFAE7302-6632-4D60-A96D-23F394241DE4}" destId="{F136BB06-5C60-4B50-98D8-C6FCDB3F7F8E}" srcOrd="50" destOrd="0" presId="urn:microsoft.com/office/officeart/2005/8/layout/cycle6"/>
    <dgm:cxn modelId="{E2E5BF91-DE70-44D6-B8AD-64E31D453C05}" type="presParOf" srcId="{EFAE7302-6632-4D60-A96D-23F394241DE4}" destId="{2CC1B40C-A928-4D28-85BB-5E0283FC2F77}" srcOrd="51" destOrd="0" presId="urn:microsoft.com/office/officeart/2005/8/layout/cycle6"/>
    <dgm:cxn modelId="{A36D2E3C-1877-44AC-8E87-DC2DD4895E39}" type="presParOf" srcId="{EFAE7302-6632-4D60-A96D-23F394241DE4}" destId="{7EF4F930-8B6A-4ECB-AEE6-E6BBCDEDB007}" srcOrd="52" destOrd="0" presId="urn:microsoft.com/office/officeart/2005/8/layout/cycle6"/>
    <dgm:cxn modelId="{8C23EA17-2C62-4DB7-9AFC-31FE13DD4BE2}" type="presParOf" srcId="{EFAE7302-6632-4D60-A96D-23F394241DE4}" destId="{68E8B125-993D-469E-AA0B-682C870C8CE0}" srcOrd="53" destOrd="0" presId="urn:microsoft.com/office/officeart/2005/8/layout/cycle6"/>
    <dgm:cxn modelId="{02FCF112-5880-4A31-9DC5-6B70A983C19D}" type="presParOf" srcId="{EFAE7302-6632-4D60-A96D-23F394241DE4}" destId="{FADD2792-6893-42FB-A020-33C72A283A6C}" srcOrd="54" destOrd="0" presId="urn:microsoft.com/office/officeart/2005/8/layout/cycle6"/>
    <dgm:cxn modelId="{1FD79217-CFDD-4FA0-92D5-29B2402140E8}" type="presParOf" srcId="{EFAE7302-6632-4D60-A96D-23F394241DE4}" destId="{3347F71B-899A-499F-BE60-DD768007AE3D}" srcOrd="55" destOrd="0" presId="urn:microsoft.com/office/officeart/2005/8/layout/cycle6"/>
    <dgm:cxn modelId="{77AFC755-39A4-4406-B3D8-A84C88FAF76C}" type="presParOf" srcId="{EFAE7302-6632-4D60-A96D-23F394241DE4}" destId="{B9DC5B5E-81C6-4A00-AD4E-BE0007B91F2F}" srcOrd="56" destOrd="0" presId="urn:microsoft.com/office/officeart/2005/8/layout/cycle6"/>
    <dgm:cxn modelId="{6FA4954E-1EB5-46D9-A67E-842DC5B18463}" type="presParOf" srcId="{EFAE7302-6632-4D60-A96D-23F394241DE4}" destId="{FD352E1F-0C68-49D5-B0E2-54376D4F934A}" srcOrd="57" destOrd="0" presId="urn:microsoft.com/office/officeart/2005/8/layout/cycle6"/>
    <dgm:cxn modelId="{340B598D-4CEF-466B-9E5C-79C7554F34D6}" type="presParOf" srcId="{EFAE7302-6632-4D60-A96D-23F394241DE4}" destId="{0BC5354E-3415-46FB-ADB3-32C666B3BC89}" srcOrd="58" destOrd="0" presId="urn:microsoft.com/office/officeart/2005/8/layout/cycle6"/>
    <dgm:cxn modelId="{7226867D-E0AA-4F1D-B990-2753DA6188EB}" type="presParOf" srcId="{EFAE7302-6632-4D60-A96D-23F394241DE4}" destId="{F4BCE455-286B-4204-B5F1-B8A634EE86AA}" srcOrd="59" destOrd="0" presId="urn:microsoft.com/office/officeart/2005/8/layout/cycle6"/>
    <dgm:cxn modelId="{C295B3F6-1B22-4B24-A65F-838FE9562565}" type="presParOf" srcId="{EFAE7302-6632-4D60-A96D-23F394241DE4}" destId="{C78ECE81-A2B2-47AC-8CB7-A602A09D7084}" srcOrd="60" destOrd="0" presId="urn:microsoft.com/office/officeart/2005/8/layout/cycle6"/>
    <dgm:cxn modelId="{A6977447-B175-4112-B115-E5EFCBC2246C}" type="presParOf" srcId="{EFAE7302-6632-4D60-A96D-23F394241DE4}" destId="{7D56EB1A-D3E6-4B49-8BAB-D14453A9BB73}" srcOrd="61" destOrd="0" presId="urn:microsoft.com/office/officeart/2005/8/layout/cycle6"/>
    <dgm:cxn modelId="{9CDDBB8D-9203-4E41-889F-74E93FBEEC74}" type="presParOf" srcId="{EFAE7302-6632-4D60-A96D-23F394241DE4}" destId="{E5C3F0BA-DB69-495D-9DEA-D13C90EA3630}" srcOrd="62" destOrd="0" presId="urn:microsoft.com/office/officeart/2005/8/layout/cycle6"/>
    <dgm:cxn modelId="{9CBACEC1-0DBD-4EE7-A2A3-30D186230D3F}" type="presParOf" srcId="{EFAE7302-6632-4D60-A96D-23F394241DE4}" destId="{43DDAB27-C0DF-44FA-802A-67BF1D0F81B4}" srcOrd="63" destOrd="0" presId="urn:microsoft.com/office/officeart/2005/8/layout/cycle6"/>
    <dgm:cxn modelId="{73F921CF-ED97-4BAB-9497-4E3E607982FD}" type="presParOf" srcId="{EFAE7302-6632-4D60-A96D-23F394241DE4}" destId="{8C07BEE8-98F3-4383-8C3D-272C0DCA3135}" srcOrd="64" destOrd="0" presId="urn:microsoft.com/office/officeart/2005/8/layout/cycle6"/>
    <dgm:cxn modelId="{04B06616-AE8A-4DB1-80FD-B20F878F8F13}" type="presParOf" srcId="{EFAE7302-6632-4D60-A96D-23F394241DE4}" destId="{4564EECB-4F9B-4DE6-A4A8-79CB80D711FC}" srcOrd="65" destOrd="0" presId="urn:microsoft.com/office/officeart/2005/8/layout/cycle6"/>
    <dgm:cxn modelId="{C1E9B75A-62FE-42EC-83DA-2BA69D392C24}" type="presParOf" srcId="{EFAE7302-6632-4D60-A96D-23F394241DE4}" destId="{E7B2F824-C131-4F6E-BF3B-11B8D84C3259}" srcOrd="66" destOrd="0" presId="urn:microsoft.com/office/officeart/2005/8/layout/cycle6"/>
    <dgm:cxn modelId="{D8E788E6-E452-4E0D-A801-BC33E5332F03}" type="presParOf" srcId="{EFAE7302-6632-4D60-A96D-23F394241DE4}" destId="{14E160C9-3944-49D9-A382-EDFD6F07F2AF}" srcOrd="67" destOrd="0" presId="urn:microsoft.com/office/officeart/2005/8/layout/cycle6"/>
    <dgm:cxn modelId="{EAC4CBF7-81C4-4B31-A8B1-389B0FCA31F3}" type="presParOf" srcId="{EFAE7302-6632-4D60-A96D-23F394241DE4}" destId="{F221C969-D840-4207-AD08-C8DF473E761E}" srcOrd="68" destOrd="0" presId="urn:microsoft.com/office/officeart/2005/8/layout/cycle6"/>
    <dgm:cxn modelId="{419098D8-04EE-4251-B316-4C2329DE2061}" type="presParOf" srcId="{EFAE7302-6632-4D60-A96D-23F394241DE4}" destId="{CFCF3D4C-32A1-4968-B438-404BD7D6114A}" srcOrd="69" destOrd="0" presId="urn:microsoft.com/office/officeart/2005/8/layout/cycle6"/>
    <dgm:cxn modelId="{97EA644B-3F00-4E27-97E2-91BB6711AA24}" type="presParOf" srcId="{EFAE7302-6632-4D60-A96D-23F394241DE4}" destId="{A331A5A7-B87C-4299-8B1F-207925CD4C27}" srcOrd="70" destOrd="0" presId="urn:microsoft.com/office/officeart/2005/8/layout/cycle6"/>
    <dgm:cxn modelId="{07C81FEB-F15F-4DAE-8AE0-27876EC93727}" type="presParOf" srcId="{EFAE7302-6632-4D60-A96D-23F394241DE4}" destId="{21A7A6A5-C6D1-4211-8A8E-22C0ECD96F49}" srcOrd="71" destOrd="0" presId="urn:microsoft.com/office/officeart/2005/8/layout/cycle6"/>
    <dgm:cxn modelId="{E10D7594-308D-423F-A598-BF1545A57490}" type="presParOf" srcId="{EFAE7302-6632-4D60-A96D-23F394241DE4}" destId="{991A4C05-42A7-4815-BBC2-046FF52DA966}" srcOrd="72" destOrd="0" presId="urn:microsoft.com/office/officeart/2005/8/layout/cycle6"/>
    <dgm:cxn modelId="{CB740FC8-A55E-42AB-B7F1-B26DE193A528}" type="presParOf" srcId="{EFAE7302-6632-4D60-A96D-23F394241DE4}" destId="{9AD292EF-B75E-4B66-9CEA-DD3FDDF0A21E}" srcOrd="73" destOrd="0" presId="urn:microsoft.com/office/officeart/2005/8/layout/cycle6"/>
    <dgm:cxn modelId="{07E4AD6D-7BB6-461C-AE23-CA4F76863891}" type="presParOf" srcId="{EFAE7302-6632-4D60-A96D-23F394241DE4}" destId="{F56FC7F1-C52A-48DE-AD95-4D744553B23F}" srcOrd="74" destOrd="0" presId="urn:microsoft.com/office/officeart/2005/8/layout/cycle6"/>
    <dgm:cxn modelId="{5047D653-A64C-4850-922B-858E1C21AF75}" type="presParOf" srcId="{EFAE7302-6632-4D60-A96D-23F394241DE4}" destId="{9FC84676-4902-4A78-9386-9F053440A259}" srcOrd="75" destOrd="0" presId="urn:microsoft.com/office/officeart/2005/8/layout/cycle6"/>
    <dgm:cxn modelId="{D3D26D15-F78D-472D-9276-040FF2535C3C}" type="presParOf" srcId="{EFAE7302-6632-4D60-A96D-23F394241DE4}" destId="{5ADB1E6E-FCB9-4EA8-A0AA-8C3DCE7A8970}" srcOrd="76" destOrd="0" presId="urn:microsoft.com/office/officeart/2005/8/layout/cycle6"/>
    <dgm:cxn modelId="{7C929385-A6D6-4A35-B8A9-2DF600468C69}" type="presParOf" srcId="{EFAE7302-6632-4D60-A96D-23F394241DE4}" destId="{D6FF76DD-C30F-4EB0-8FCF-74271CBF245A}" srcOrd="77" destOrd="0" presId="urn:microsoft.com/office/officeart/2005/8/layout/cycle6"/>
    <dgm:cxn modelId="{2C43AB6C-7C99-4108-963A-F9A79A26B00D}" type="presParOf" srcId="{EFAE7302-6632-4D60-A96D-23F394241DE4}" destId="{BB6CD61F-322C-4EEA-85CC-48F3CC9DA29B}" srcOrd="78" destOrd="0" presId="urn:microsoft.com/office/officeart/2005/8/layout/cycle6"/>
    <dgm:cxn modelId="{EB32DFA6-43E7-41B0-A509-9D77DC25714D}" type="presParOf" srcId="{EFAE7302-6632-4D60-A96D-23F394241DE4}" destId="{97AD30FD-571A-4F8C-8E69-85180761E85D}" srcOrd="79" destOrd="0" presId="urn:microsoft.com/office/officeart/2005/8/layout/cycle6"/>
    <dgm:cxn modelId="{0D72BAF2-4062-4B7E-A698-89D2BA6F3E83}" type="presParOf" srcId="{EFAE7302-6632-4D60-A96D-23F394241DE4}" destId="{F9A0D072-B17C-43D0-9A88-104CAF700717}" srcOrd="80" destOrd="0" presId="urn:microsoft.com/office/officeart/2005/8/layout/cycle6"/>
    <dgm:cxn modelId="{B6961043-FBE4-4549-AE65-1B94DD80FD0A}" type="presParOf" srcId="{EFAE7302-6632-4D60-A96D-23F394241DE4}" destId="{98BE2733-5EA3-4FB9-B572-1CE18B1FAD50}" srcOrd="81" destOrd="0" presId="urn:microsoft.com/office/officeart/2005/8/layout/cycle6"/>
    <dgm:cxn modelId="{6B99CF39-704C-473E-B46D-6E7B9ACE1DC0}" type="presParOf" srcId="{EFAE7302-6632-4D60-A96D-23F394241DE4}" destId="{251E8F09-86AE-4903-9E8B-058B849FCB04}" srcOrd="82" destOrd="0" presId="urn:microsoft.com/office/officeart/2005/8/layout/cycle6"/>
    <dgm:cxn modelId="{C9402F55-CBBB-48CB-BF75-144F5B3D349C}" type="presParOf" srcId="{EFAE7302-6632-4D60-A96D-23F394241DE4}" destId="{7F89DABF-7369-48F0-8963-A2942746E850}" srcOrd="83" destOrd="0" presId="urn:microsoft.com/office/officeart/2005/8/layout/cycle6"/>
    <dgm:cxn modelId="{6EF97CA5-113A-4051-9801-B7A7291A8A41}" type="presParOf" srcId="{EFAE7302-6632-4D60-A96D-23F394241DE4}" destId="{CD308359-DDF9-4556-B21D-E2264F4EE573}" srcOrd="84" destOrd="0" presId="urn:microsoft.com/office/officeart/2005/8/layout/cycle6"/>
    <dgm:cxn modelId="{C162E6CC-E5B8-44AD-9B7B-6A5233DE4D14}" type="presParOf" srcId="{EFAE7302-6632-4D60-A96D-23F394241DE4}" destId="{F968E9D9-3C8D-4C82-BD13-F54DE66BCE27}" srcOrd="85" destOrd="0" presId="urn:microsoft.com/office/officeart/2005/8/layout/cycle6"/>
    <dgm:cxn modelId="{1BD1F4ED-02C9-4F8B-B291-1B6DD217529C}" type="presParOf" srcId="{EFAE7302-6632-4D60-A96D-23F394241DE4}" destId="{81F2DA4D-EFC8-4AA8-9C5F-683BBAC275F5}" srcOrd="86" destOrd="0" presId="urn:microsoft.com/office/officeart/2005/8/layout/cycle6"/>
    <dgm:cxn modelId="{4E80BBE3-DD5C-4EC2-BD13-1B60AF2BD131}" type="presParOf" srcId="{EFAE7302-6632-4D60-A96D-23F394241DE4}" destId="{9AC4915E-252C-49E2-84A8-90A6E8385642}" srcOrd="87" destOrd="0" presId="urn:microsoft.com/office/officeart/2005/8/layout/cycle6"/>
    <dgm:cxn modelId="{79FB327C-B2C6-4D00-B473-91430521A3F4}" type="presParOf" srcId="{EFAE7302-6632-4D60-A96D-23F394241DE4}" destId="{90DC71D3-7FED-47C0-AFD0-4EAC0EA8659A}" srcOrd="88" destOrd="0" presId="urn:microsoft.com/office/officeart/2005/8/layout/cycle6"/>
    <dgm:cxn modelId="{0F245EEA-9AAB-42E0-A037-4BC8EEE2C84F}" type="presParOf" srcId="{EFAE7302-6632-4D60-A96D-23F394241DE4}" destId="{10B85967-A5CA-441C-B74B-8FD7919CBCCC}" srcOrd="89" destOrd="0" presId="urn:microsoft.com/office/officeart/2005/8/layout/cycle6"/>
    <dgm:cxn modelId="{1529ECD5-DE76-40F8-B20A-2653E8A35CE6}" type="presParOf" srcId="{EFAE7302-6632-4D60-A96D-23F394241DE4}" destId="{F724F2BE-3492-48DF-BEB0-18E86EC3383D}" srcOrd="90" destOrd="0" presId="urn:microsoft.com/office/officeart/2005/8/layout/cycle6"/>
    <dgm:cxn modelId="{CC606799-65DC-4712-8412-CE593F0521E4}" type="presParOf" srcId="{EFAE7302-6632-4D60-A96D-23F394241DE4}" destId="{1E3A32DE-60CE-418E-8DBF-72B8A707C45D}" srcOrd="91" destOrd="0" presId="urn:microsoft.com/office/officeart/2005/8/layout/cycle6"/>
    <dgm:cxn modelId="{45250985-8639-4DC9-B9D7-3D2388792B3E}" type="presParOf" srcId="{EFAE7302-6632-4D60-A96D-23F394241DE4}" destId="{D385CF75-2DC0-41B5-94A8-CB366CF3094B}" srcOrd="92" destOrd="0" presId="urn:microsoft.com/office/officeart/2005/8/layout/cycle6"/>
    <dgm:cxn modelId="{64D83382-B65D-4D16-A465-6BD55ECE6C47}" type="presParOf" srcId="{EFAE7302-6632-4D60-A96D-23F394241DE4}" destId="{503B42BA-B449-428B-A7CE-2DFEE7DEF4F0}" srcOrd="93" destOrd="0" presId="urn:microsoft.com/office/officeart/2005/8/layout/cycle6"/>
    <dgm:cxn modelId="{DBDF9E0A-F5DB-499F-9198-5F8EABCAD76B}" type="presParOf" srcId="{EFAE7302-6632-4D60-A96D-23F394241DE4}" destId="{3E256912-B98B-4477-9DD1-348D614FCC59}" srcOrd="94" destOrd="0" presId="urn:microsoft.com/office/officeart/2005/8/layout/cycle6"/>
    <dgm:cxn modelId="{570C2286-B958-4A42-89A3-0CD93E381655}" type="presParOf" srcId="{EFAE7302-6632-4D60-A96D-23F394241DE4}" destId="{5CFB3FD2-2DF6-4205-823E-F0FEC3D98719}" srcOrd="9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CAAC7E-E0CE-4F09-8CA5-7B38F3BE602A}" type="doc">
      <dgm:prSet loTypeId="urn:microsoft.com/office/officeart/2005/8/layout/chevron2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A42B9CA-68A4-462D-86C0-47A2FC9CE16E}">
      <dgm:prSet phldrT="[Text]" custT="1"/>
      <dgm:spPr/>
      <dgm:t>
        <a:bodyPr/>
        <a:lstStyle/>
        <a:p>
          <a:r>
            <a:rPr lang="en-US" sz="1400" dirty="0"/>
            <a:t>Global </a:t>
          </a:r>
        </a:p>
        <a:p>
          <a:r>
            <a:rPr lang="en-US" sz="1400" dirty="0"/>
            <a:t>Layer</a:t>
          </a:r>
        </a:p>
      </dgm:t>
    </dgm:pt>
    <dgm:pt modelId="{B1A097C8-8A3D-4252-97CC-198B6B3E0C9F}" type="parTrans" cxnId="{1F74784D-67F7-4627-9F81-A5569C0C45E8}">
      <dgm:prSet/>
      <dgm:spPr/>
      <dgm:t>
        <a:bodyPr/>
        <a:lstStyle/>
        <a:p>
          <a:endParaRPr lang="en-US"/>
        </a:p>
      </dgm:t>
    </dgm:pt>
    <dgm:pt modelId="{DF5E4916-DA2A-45BD-A219-1A9355558ED5}" type="sibTrans" cxnId="{1F74784D-67F7-4627-9F81-A5569C0C45E8}">
      <dgm:prSet/>
      <dgm:spPr/>
      <dgm:t>
        <a:bodyPr/>
        <a:lstStyle/>
        <a:p>
          <a:endParaRPr lang="en-US"/>
        </a:p>
      </dgm:t>
    </dgm:pt>
    <dgm:pt modelId="{71AE1283-B961-43F1-9D2C-FE6247D19A52}">
      <dgm:prSet phldrT="[Text]" custT="1"/>
      <dgm:spPr/>
      <dgm:t>
        <a:bodyPr/>
        <a:lstStyle/>
        <a:p>
          <a:r>
            <a:rPr lang="en-US" sz="1800" dirty="0"/>
            <a:t>Consists of high-level directory nodes</a:t>
          </a:r>
        </a:p>
      </dgm:t>
    </dgm:pt>
    <dgm:pt modelId="{4ED8F95B-096D-47CE-9436-8B2A55AFC18C}" type="parTrans" cxnId="{70091D5C-BB00-4104-9516-454B4C5D72B4}">
      <dgm:prSet/>
      <dgm:spPr/>
      <dgm:t>
        <a:bodyPr/>
        <a:lstStyle/>
        <a:p>
          <a:endParaRPr lang="en-US"/>
        </a:p>
      </dgm:t>
    </dgm:pt>
    <dgm:pt modelId="{F82C4BCD-5B8F-458C-AA42-AE71C10B71F6}" type="sibTrans" cxnId="{70091D5C-BB00-4104-9516-454B4C5D72B4}">
      <dgm:prSet/>
      <dgm:spPr/>
      <dgm:t>
        <a:bodyPr/>
        <a:lstStyle/>
        <a:p>
          <a:endParaRPr lang="en-US"/>
        </a:p>
      </dgm:t>
    </dgm:pt>
    <dgm:pt modelId="{5868F3D8-F097-4759-8F6C-C08EEABCC4B5}">
      <dgm:prSet phldrT="[Text]"/>
      <dgm:spPr/>
      <dgm:t>
        <a:bodyPr/>
        <a:lstStyle/>
        <a:p>
          <a:r>
            <a:rPr lang="en-US" dirty="0"/>
            <a:t>Administrational Layer</a:t>
          </a:r>
        </a:p>
      </dgm:t>
    </dgm:pt>
    <dgm:pt modelId="{F521390E-8AAB-4F8E-8526-EA99FAB0D1B8}" type="parTrans" cxnId="{A1BDD0E5-8A7A-4F7F-BFC8-5711BCA9A4F1}">
      <dgm:prSet/>
      <dgm:spPr/>
      <dgm:t>
        <a:bodyPr/>
        <a:lstStyle/>
        <a:p>
          <a:endParaRPr lang="en-US"/>
        </a:p>
      </dgm:t>
    </dgm:pt>
    <dgm:pt modelId="{524E47DB-1757-49E3-B3A0-37D4E7F6EF14}" type="sibTrans" cxnId="{A1BDD0E5-8A7A-4F7F-BFC8-5711BCA9A4F1}">
      <dgm:prSet/>
      <dgm:spPr/>
      <dgm:t>
        <a:bodyPr/>
        <a:lstStyle/>
        <a:p>
          <a:endParaRPr lang="en-US"/>
        </a:p>
      </dgm:t>
    </dgm:pt>
    <dgm:pt modelId="{00F5C85F-B68D-482C-ABDE-9B169B0F7F6A}">
      <dgm:prSet phldrT="[Text]" custT="1"/>
      <dgm:spPr/>
      <dgm:t>
        <a:bodyPr/>
        <a:lstStyle/>
        <a:p>
          <a:r>
            <a:rPr lang="en-US" sz="1800" dirty="0"/>
            <a:t>Contains mid-level directory nodes</a:t>
          </a:r>
        </a:p>
      </dgm:t>
    </dgm:pt>
    <dgm:pt modelId="{F009034D-20BE-4FEC-A417-DBF8A60BA59B}" type="parTrans" cxnId="{DF90B4EC-4768-4F10-9009-318F1453AA34}">
      <dgm:prSet/>
      <dgm:spPr/>
      <dgm:t>
        <a:bodyPr/>
        <a:lstStyle/>
        <a:p>
          <a:endParaRPr lang="en-US"/>
        </a:p>
      </dgm:t>
    </dgm:pt>
    <dgm:pt modelId="{D19C560F-CF0D-4105-A582-6A8B67F44DC0}" type="sibTrans" cxnId="{DF90B4EC-4768-4F10-9009-318F1453AA34}">
      <dgm:prSet/>
      <dgm:spPr/>
      <dgm:t>
        <a:bodyPr/>
        <a:lstStyle/>
        <a:p>
          <a:endParaRPr lang="en-US"/>
        </a:p>
      </dgm:t>
    </dgm:pt>
    <dgm:pt modelId="{752F8F94-06BB-4554-A84C-E9AD2A649BD5}">
      <dgm:prSet phldrT="[Text]"/>
      <dgm:spPr/>
      <dgm:t>
        <a:bodyPr/>
        <a:lstStyle/>
        <a:p>
          <a:r>
            <a:rPr lang="en-US" dirty="0"/>
            <a:t>Managerial Layer</a:t>
          </a:r>
        </a:p>
      </dgm:t>
    </dgm:pt>
    <dgm:pt modelId="{943D960A-43E5-4FF5-926A-F1F6F9142385}" type="parTrans" cxnId="{B6114459-6340-4300-83CE-3B7F63ADBDD7}">
      <dgm:prSet/>
      <dgm:spPr/>
      <dgm:t>
        <a:bodyPr/>
        <a:lstStyle/>
        <a:p>
          <a:endParaRPr lang="en-US"/>
        </a:p>
      </dgm:t>
    </dgm:pt>
    <dgm:pt modelId="{AA1F796A-B037-4973-8888-F32493674514}" type="sibTrans" cxnId="{B6114459-6340-4300-83CE-3B7F63ADBDD7}">
      <dgm:prSet/>
      <dgm:spPr/>
      <dgm:t>
        <a:bodyPr/>
        <a:lstStyle/>
        <a:p>
          <a:endParaRPr lang="en-US"/>
        </a:p>
      </dgm:t>
    </dgm:pt>
    <dgm:pt modelId="{C4470CC2-4953-42F2-9CA6-497E969B7500}">
      <dgm:prSet phldrT="[Text]" custT="1"/>
      <dgm:spPr/>
      <dgm:t>
        <a:bodyPr/>
        <a:lstStyle/>
        <a:p>
          <a:r>
            <a:rPr lang="en-US" sz="1800" dirty="0"/>
            <a:t>Contains low-level directory nodes within a single administration</a:t>
          </a:r>
        </a:p>
      </dgm:t>
    </dgm:pt>
    <dgm:pt modelId="{91FC2EF6-4046-438B-B6F1-B3E54987F66A}" type="parTrans" cxnId="{C0CE5E0D-EA70-486B-907C-690668A50565}">
      <dgm:prSet/>
      <dgm:spPr/>
      <dgm:t>
        <a:bodyPr/>
        <a:lstStyle/>
        <a:p>
          <a:endParaRPr lang="en-US"/>
        </a:p>
      </dgm:t>
    </dgm:pt>
    <dgm:pt modelId="{E498B9E4-DBFB-41C2-B185-3A473694107F}" type="sibTrans" cxnId="{C0CE5E0D-EA70-486B-907C-690668A50565}">
      <dgm:prSet/>
      <dgm:spPr/>
      <dgm:t>
        <a:bodyPr/>
        <a:lstStyle/>
        <a:p>
          <a:endParaRPr lang="en-US"/>
        </a:p>
      </dgm:t>
    </dgm:pt>
    <dgm:pt modelId="{01CB6E30-1A5B-4EA2-ADD4-7661F097876D}">
      <dgm:prSet phldrT="[Text]" custT="1"/>
      <dgm:spPr/>
      <dgm:t>
        <a:bodyPr/>
        <a:lstStyle/>
        <a:p>
          <a:r>
            <a:rPr lang="en-US" sz="1800" dirty="0"/>
            <a:t>The main issue is to efficiently map directory nodes to local name servers</a:t>
          </a:r>
        </a:p>
      </dgm:t>
    </dgm:pt>
    <dgm:pt modelId="{0F3D142B-3B9F-4B76-83EB-DA0722EFE26B}" type="parTrans" cxnId="{01BD3BBF-FABA-4DA3-A7A7-E5DBC09945BA}">
      <dgm:prSet/>
      <dgm:spPr/>
      <dgm:t>
        <a:bodyPr/>
        <a:lstStyle/>
        <a:p>
          <a:endParaRPr lang="en-US"/>
        </a:p>
      </dgm:t>
    </dgm:pt>
    <dgm:pt modelId="{60BF1607-C1AE-4E6A-8802-97112B46F4FD}" type="sibTrans" cxnId="{01BD3BBF-FABA-4DA3-A7A7-E5DBC09945BA}">
      <dgm:prSet/>
      <dgm:spPr/>
      <dgm:t>
        <a:bodyPr/>
        <a:lstStyle/>
        <a:p>
          <a:endParaRPr lang="en-US"/>
        </a:p>
      </dgm:t>
    </dgm:pt>
    <dgm:pt modelId="{C3517DCE-BF43-4EC0-A7D0-FB622142CB86}">
      <dgm:prSet phldrT="[Text]" custT="1"/>
      <dgm:spPr/>
      <dgm:t>
        <a:bodyPr/>
        <a:lstStyle/>
        <a:p>
          <a:r>
            <a:rPr lang="en-US" sz="1800" dirty="0"/>
            <a:t>Directory nodes are jointly managed by different administrations</a:t>
          </a:r>
        </a:p>
      </dgm:t>
    </dgm:pt>
    <dgm:pt modelId="{F240B90A-B5C3-4031-AE33-A355D6685F72}" type="parTrans" cxnId="{0C81EA52-13E7-4622-A33A-062DF2EE8F48}">
      <dgm:prSet/>
      <dgm:spPr/>
      <dgm:t>
        <a:bodyPr/>
        <a:lstStyle/>
        <a:p>
          <a:endParaRPr lang="en-US"/>
        </a:p>
      </dgm:t>
    </dgm:pt>
    <dgm:pt modelId="{C63D43F6-0E85-4EEA-AD23-38667FF73495}" type="sibTrans" cxnId="{0C81EA52-13E7-4622-A33A-062DF2EE8F48}">
      <dgm:prSet/>
      <dgm:spPr/>
      <dgm:t>
        <a:bodyPr/>
        <a:lstStyle/>
        <a:p>
          <a:endParaRPr lang="en-US"/>
        </a:p>
      </dgm:t>
    </dgm:pt>
    <dgm:pt modelId="{44BDD383-6D0B-4618-AF00-83F6E7528424}">
      <dgm:prSet phldrT="[Text]" custT="1"/>
      <dgm:spPr/>
      <dgm:t>
        <a:bodyPr/>
        <a:lstStyle/>
        <a:p>
          <a:r>
            <a:rPr lang="en-US" sz="1800" dirty="0"/>
            <a:t>Directory nodes grouped together in such a way that each group is managed by an administration</a:t>
          </a:r>
        </a:p>
      </dgm:t>
    </dgm:pt>
    <dgm:pt modelId="{C458733A-9D7B-4385-A18C-CEEAB74D8EB0}" type="parTrans" cxnId="{E9838B0D-FA49-4A41-A5FF-B31B8BE662C8}">
      <dgm:prSet/>
      <dgm:spPr/>
      <dgm:t>
        <a:bodyPr/>
        <a:lstStyle/>
        <a:p>
          <a:endParaRPr lang="en-US"/>
        </a:p>
      </dgm:t>
    </dgm:pt>
    <dgm:pt modelId="{CA0F209D-80DB-4F4A-B378-5000C41FB67A}" type="sibTrans" cxnId="{E9838B0D-FA49-4A41-A5FF-B31B8BE662C8}">
      <dgm:prSet/>
      <dgm:spPr/>
      <dgm:t>
        <a:bodyPr/>
        <a:lstStyle/>
        <a:p>
          <a:endParaRPr lang="en-US"/>
        </a:p>
      </dgm:t>
    </dgm:pt>
    <dgm:pt modelId="{7C3EF436-78AB-40D9-83FF-341CC367CAD7}" type="pres">
      <dgm:prSet presAssocID="{A1CAAC7E-E0CE-4F09-8CA5-7B38F3BE602A}" presName="linearFlow" presStyleCnt="0">
        <dgm:presLayoutVars>
          <dgm:dir/>
          <dgm:animLvl val="lvl"/>
          <dgm:resizeHandles val="exact"/>
        </dgm:presLayoutVars>
      </dgm:prSet>
      <dgm:spPr/>
    </dgm:pt>
    <dgm:pt modelId="{19566C75-FB92-48F0-8EF1-BFDBB0996A46}" type="pres">
      <dgm:prSet presAssocID="{1A42B9CA-68A4-462D-86C0-47A2FC9CE16E}" presName="composite" presStyleCnt="0"/>
      <dgm:spPr/>
    </dgm:pt>
    <dgm:pt modelId="{C0B3E131-4696-4313-87A7-8D02400B6202}" type="pres">
      <dgm:prSet presAssocID="{1A42B9CA-68A4-462D-86C0-47A2FC9CE16E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C0F4597B-F5AD-477A-81E2-EFF79A85BAC6}" type="pres">
      <dgm:prSet presAssocID="{1A42B9CA-68A4-462D-86C0-47A2FC9CE16E}" presName="descendantText" presStyleLbl="alignAcc1" presStyleIdx="0" presStyleCnt="3">
        <dgm:presLayoutVars>
          <dgm:bulletEnabled val="1"/>
        </dgm:presLayoutVars>
      </dgm:prSet>
      <dgm:spPr/>
    </dgm:pt>
    <dgm:pt modelId="{E0844B31-A71B-4150-8B9B-7819D85FCFE2}" type="pres">
      <dgm:prSet presAssocID="{DF5E4916-DA2A-45BD-A219-1A9355558ED5}" presName="sp" presStyleCnt="0"/>
      <dgm:spPr/>
    </dgm:pt>
    <dgm:pt modelId="{A7D272D6-20CE-484D-8666-15FA7ED70FEC}" type="pres">
      <dgm:prSet presAssocID="{5868F3D8-F097-4759-8F6C-C08EEABCC4B5}" presName="composite" presStyleCnt="0"/>
      <dgm:spPr/>
    </dgm:pt>
    <dgm:pt modelId="{2E61DE1D-346E-4974-B12C-721BFBDAE2A7}" type="pres">
      <dgm:prSet presAssocID="{5868F3D8-F097-4759-8F6C-C08EEABCC4B5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1FF5DAFC-94CB-4036-9B39-0489D69D0C95}" type="pres">
      <dgm:prSet presAssocID="{5868F3D8-F097-4759-8F6C-C08EEABCC4B5}" presName="descendantText" presStyleLbl="alignAcc1" presStyleIdx="1" presStyleCnt="3">
        <dgm:presLayoutVars>
          <dgm:bulletEnabled val="1"/>
        </dgm:presLayoutVars>
      </dgm:prSet>
      <dgm:spPr/>
    </dgm:pt>
    <dgm:pt modelId="{7E1FCF80-AA68-4EFE-B457-2F67C8AA75D5}" type="pres">
      <dgm:prSet presAssocID="{524E47DB-1757-49E3-B3A0-37D4E7F6EF14}" presName="sp" presStyleCnt="0"/>
      <dgm:spPr/>
    </dgm:pt>
    <dgm:pt modelId="{BD980644-B809-4E8A-A64C-76CAE31B9FC9}" type="pres">
      <dgm:prSet presAssocID="{752F8F94-06BB-4554-A84C-E9AD2A649BD5}" presName="composite" presStyleCnt="0"/>
      <dgm:spPr/>
    </dgm:pt>
    <dgm:pt modelId="{CE25B61E-001B-4877-B498-94B926318922}" type="pres">
      <dgm:prSet presAssocID="{752F8F94-06BB-4554-A84C-E9AD2A649BD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A355E63E-796D-4ADE-ADFD-FC354D1A435B}" type="pres">
      <dgm:prSet presAssocID="{752F8F94-06BB-4554-A84C-E9AD2A649BD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C0CE5E0D-EA70-486B-907C-690668A50565}" srcId="{752F8F94-06BB-4554-A84C-E9AD2A649BD5}" destId="{C4470CC2-4953-42F2-9CA6-497E969B7500}" srcOrd="0" destOrd="0" parTransId="{91FC2EF6-4046-438B-B6F1-B3E54987F66A}" sibTransId="{E498B9E4-DBFB-41C2-B185-3A473694107F}"/>
    <dgm:cxn modelId="{E9838B0D-FA49-4A41-A5FF-B31B8BE662C8}" srcId="{5868F3D8-F097-4759-8F6C-C08EEABCC4B5}" destId="{44BDD383-6D0B-4618-AF00-83F6E7528424}" srcOrd="1" destOrd="0" parTransId="{C458733A-9D7B-4385-A18C-CEEAB74D8EB0}" sibTransId="{CA0F209D-80DB-4F4A-B378-5000C41FB67A}"/>
    <dgm:cxn modelId="{77313217-A2FE-42FE-86BA-50499130C40B}" type="presOf" srcId="{44BDD383-6D0B-4618-AF00-83F6E7528424}" destId="{1FF5DAFC-94CB-4036-9B39-0489D69D0C95}" srcOrd="0" destOrd="1" presId="urn:microsoft.com/office/officeart/2005/8/layout/chevron2"/>
    <dgm:cxn modelId="{8C9EC928-3250-4E4C-A83E-3BD6B94377D9}" type="presOf" srcId="{01CB6E30-1A5B-4EA2-ADD4-7661F097876D}" destId="{A355E63E-796D-4ADE-ADFD-FC354D1A435B}" srcOrd="0" destOrd="1" presId="urn:microsoft.com/office/officeart/2005/8/layout/chevron2"/>
    <dgm:cxn modelId="{70091D5C-BB00-4104-9516-454B4C5D72B4}" srcId="{1A42B9CA-68A4-462D-86C0-47A2FC9CE16E}" destId="{71AE1283-B961-43F1-9D2C-FE6247D19A52}" srcOrd="0" destOrd="0" parTransId="{4ED8F95B-096D-47CE-9436-8B2A55AFC18C}" sibTransId="{F82C4BCD-5B8F-458C-AA42-AE71C10B71F6}"/>
    <dgm:cxn modelId="{B3EF5A63-8677-4CC0-93E9-436B3AB49F78}" type="presOf" srcId="{C4470CC2-4953-42F2-9CA6-497E969B7500}" destId="{A355E63E-796D-4ADE-ADFD-FC354D1A435B}" srcOrd="0" destOrd="0" presId="urn:microsoft.com/office/officeart/2005/8/layout/chevron2"/>
    <dgm:cxn modelId="{60BD0C49-5000-4AB7-B19B-8E6A220B85B9}" type="presOf" srcId="{1A42B9CA-68A4-462D-86C0-47A2FC9CE16E}" destId="{C0B3E131-4696-4313-87A7-8D02400B6202}" srcOrd="0" destOrd="0" presId="urn:microsoft.com/office/officeart/2005/8/layout/chevron2"/>
    <dgm:cxn modelId="{FEA63049-8B74-4BCB-8A7B-8FEBA9D76687}" type="presOf" srcId="{5868F3D8-F097-4759-8F6C-C08EEABCC4B5}" destId="{2E61DE1D-346E-4974-B12C-721BFBDAE2A7}" srcOrd="0" destOrd="0" presId="urn:microsoft.com/office/officeart/2005/8/layout/chevron2"/>
    <dgm:cxn modelId="{1F74784D-67F7-4627-9F81-A5569C0C45E8}" srcId="{A1CAAC7E-E0CE-4F09-8CA5-7B38F3BE602A}" destId="{1A42B9CA-68A4-462D-86C0-47A2FC9CE16E}" srcOrd="0" destOrd="0" parTransId="{B1A097C8-8A3D-4252-97CC-198B6B3E0C9F}" sibTransId="{DF5E4916-DA2A-45BD-A219-1A9355558ED5}"/>
    <dgm:cxn modelId="{0C81EA52-13E7-4622-A33A-062DF2EE8F48}" srcId="{1A42B9CA-68A4-462D-86C0-47A2FC9CE16E}" destId="{C3517DCE-BF43-4EC0-A7D0-FB622142CB86}" srcOrd="1" destOrd="0" parTransId="{F240B90A-B5C3-4031-AE33-A355D6685F72}" sibTransId="{C63D43F6-0E85-4EEA-AD23-38667FF73495}"/>
    <dgm:cxn modelId="{B6114459-6340-4300-83CE-3B7F63ADBDD7}" srcId="{A1CAAC7E-E0CE-4F09-8CA5-7B38F3BE602A}" destId="{752F8F94-06BB-4554-A84C-E9AD2A649BD5}" srcOrd="2" destOrd="0" parTransId="{943D960A-43E5-4FF5-926A-F1F6F9142385}" sibTransId="{AA1F796A-B037-4973-8888-F32493674514}"/>
    <dgm:cxn modelId="{8C88E6B8-B636-4E5F-BF2B-CBE9383D62EE}" type="presOf" srcId="{00F5C85F-B68D-482C-ABDE-9B169B0F7F6A}" destId="{1FF5DAFC-94CB-4036-9B39-0489D69D0C95}" srcOrd="0" destOrd="0" presId="urn:microsoft.com/office/officeart/2005/8/layout/chevron2"/>
    <dgm:cxn modelId="{01BD3BBF-FABA-4DA3-A7A7-E5DBC09945BA}" srcId="{752F8F94-06BB-4554-A84C-E9AD2A649BD5}" destId="{01CB6E30-1A5B-4EA2-ADD4-7661F097876D}" srcOrd="1" destOrd="0" parTransId="{0F3D142B-3B9F-4B76-83EB-DA0722EFE26B}" sibTransId="{60BF1607-C1AE-4E6A-8802-97112B46F4FD}"/>
    <dgm:cxn modelId="{D35CB9C3-EA50-44AD-84C7-A0FD8DB664AD}" type="presOf" srcId="{71AE1283-B961-43F1-9D2C-FE6247D19A52}" destId="{C0F4597B-F5AD-477A-81E2-EFF79A85BAC6}" srcOrd="0" destOrd="0" presId="urn:microsoft.com/office/officeart/2005/8/layout/chevron2"/>
    <dgm:cxn modelId="{23E6E6DA-8759-43B1-A32B-7CA9D579FE7C}" type="presOf" srcId="{A1CAAC7E-E0CE-4F09-8CA5-7B38F3BE602A}" destId="{7C3EF436-78AB-40D9-83FF-341CC367CAD7}" srcOrd="0" destOrd="0" presId="urn:microsoft.com/office/officeart/2005/8/layout/chevron2"/>
    <dgm:cxn modelId="{D46AD6E2-A562-42F8-BD9B-28D531FD4423}" type="presOf" srcId="{752F8F94-06BB-4554-A84C-E9AD2A649BD5}" destId="{CE25B61E-001B-4877-B498-94B926318922}" srcOrd="0" destOrd="0" presId="urn:microsoft.com/office/officeart/2005/8/layout/chevron2"/>
    <dgm:cxn modelId="{A1BDD0E5-8A7A-4F7F-BFC8-5711BCA9A4F1}" srcId="{A1CAAC7E-E0CE-4F09-8CA5-7B38F3BE602A}" destId="{5868F3D8-F097-4759-8F6C-C08EEABCC4B5}" srcOrd="1" destOrd="0" parTransId="{F521390E-8AAB-4F8E-8526-EA99FAB0D1B8}" sibTransId="{524E47DB-1757-49E3-B3A0-37D4E7F6EF14}"/>
    <dgm:cxn modelId="{315941EB-13F1-46E6-BBC8-D31777C74730}" type="presOf" srcId="{C3517DCE-BF43-4EC0-A7D0-FB622142CB86}" destId="{C0F4597B-F5AD-477A-81E2-EFF79A85BAC6}" srcOrd="0" destOrd="1" presId="urn:microsoft.com/office/officeart/2005/8/layout/chevron2"/>
    <dgm:cxn modelId="{DF90B4EC-4768-4F10-9009-318F1453AA34}" srcId="{5868F3D8-F097-4759-8F6C-C08EEABCC4B5}" destId="{00F5C85F-B68D-482C-ABDE-9B169B0F7F6A}" srcOrd="0" destOrd="0" parTransId="{F009034D-20BE-4FEC-A417-DBF8A60BA59B}" sibTransId="{D19C560F-CF0D-4105-A582-6A8B67F44DC0}"/>
    <dgm:cxn modelId="{D3F39DFE-282A-491F-96B9-A125128CF683}" type="presParOf" srcId="{7C3EF436-78AB-40D9-83FF-341CC367CAD7}" destId="{19566C75-FB92-48F0-8EF1-BFDBB0996A46}" srcOrd="0" destOrd="0" presId="urn:microsoft.com/office/officeart/2005/8/layout/chevron2"/>
    <dgm:cxn modelId="{153E59F8-F8ED-4C23-81A1-AB44980ABA50}" type="presParOf" srcId="{19566C75-FB92-48F0-8EF1-BFDBB0996A46}" destId="{C0B3E131-4696-4313-87A7-8D02400B6202}" srcOrd="0" destOrd="0" presId="urn:microsoft.com/office/officeart/2005/8/layout/chevron2"/>
    <dgm:cxn modelId="{C1F72DA4-D746-4B9E-8277-F33A7E785459}" type="presParOf" srcId="{19566C75-FB92-48F0-8EF1-BFDBB0996A46}" destId="{C0F4597B-F5AD-477A-81E2-EFF79A85BAC6}" srcOrd="1" destOrd="0" presId="urn:microsoft.com/office/officeart/2005/8/layout/chevron2"/>
    <dgm:cxn modelId="{7D1AB221-1275-46A0-AF08-723A8B6406ED}" type="presParOf" srcId="{7C3EF436-78AB-40D9-83FF-341CC367CAD7}" destId="{E0844B31-A71B-4150-8B9B-7819D85FCFE2}" srcOrd="1" destOrd="0" presId="urn:microsoft.com/office/officeart/2005/8/layout/chevron2"/>
    <dgm:cxn modelId="{581962C9-75FE-4DAB-994F-6606F549DBAC}" type="presParOf" srcId="{7C3EF436-78AB-40D9-83FF-341CC367CAD7}" destId="{A7D272D6-20CE-484D-8666-15FA7ED70FEC}" srcOrd="2" destOrd="0" presId="urn:microsoft.com/office/officeart/2005/8/layout/chevron2"/>
    <dgm:cxn modelId="{54A8109E-8DB5-44D0-9BC2-73F3052E3B05}" type="presParOf" srcId="{A7D272D6-20CE-484D-8666-15FA7ED70FEC}" destId="{2E61DE1D-346E-4974-B12C-721BFBDAE2A7}" srcOrd="0" destOrd="0" presId="urn:microsoft.com/office/officeart/2005/8/layout/chevron2"/>
    <dgm:cxn modelId="{38EA7401-EA90-4EE4-B498-254A2BA3E7D6}" type="presParOf" srcId="{A7D272D6-20CE-484D-8666-15FA7ED70FEC}" destId="{1FF5DAFC-94CB-4036-9B39-0489D69D0C95}" srcOrd="1" destOrd="0" presId="urn:microsoft.com/office/officeart/2005/8/layout/chevron2"/>
    <dgm:cxn modelId="{6018CC90-416D-4A7B-A225-1F8E19E6D68C}" type="presParOf" srcId="{7C3EF436-78AB-40D9-83FF-341CC367CAD7}" destId="{7E1FCF80-AA68-4EFE-B457-2F67C8AA75D5}" srcOrd="3" destOrd="0" presId="urn:microsoft.com/office/officeart/2005/8/layout/chevron2"/>
    <dgm:cxn modelId="{AA7B0327-9E1A-443F-BDAA-4128BE1C09EE}" type="presParOf" srcId="{7C3EF436-78AB-40D9-83FF-341CC367CAD7}" destId="{BD980644-B809-4E8A-A64C-76CAE31B9FC9}" srcOrd="4" destOrd="0" presId="urn:microsoft.com/office/officeart/2005/8/layout/chevron2"/>
    <dgm:cxn modelId="{6AED9D2C-76CC-4BE2-B72A-F418F27075CC}" type="presParOf" srcId="{BD980644-B809-4E8A-A64C-76CAE31B9FC9}" destId="{CE25B61E-001B-4877-B498-94B926318922}" srcOrd="0" destOrd="0" presId="urn:microsoft.com/office/officeart/2005/8/layout/chevron2"/>
    <dgm:cxn modelId="{0B593458-3E94-4117-8968-7761179D6D55}" type="presParOf" srcId="{BD980644-B809-4E8A-A64C-76CAE31B9FC9}" destId="{A355E63E-796D-4ADE-ADFD-FC354D1A435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6FC54-D545-444E-B19E-55F8864057C9}">
      <dsp:nvSpPr>
        <dsp:cNvPr id="0" name=""/>
        <dsp:cNvSpPr/>
      </dsp:nvSpPr>
      <dsp:spPr>
        <a:xfrm>
          <a:off x="2909424" y="-2124"/>
          <a:ext cx="277150" cy="158105"/>
        </a:xfrm>
        <a:prstGeom prst="roundRect">
          <a:avLst/>
        </a:prstGeom>
        <a:solidFill>
          <a:schemeClr val="lt1"/>
        </a:solidFill>
        <a:ln w="31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00</a:t>
          </a:r>
        </a:p>
      </dsp:txBody>
      <dsp:txXfrm>
        <a:off x="2917142" y="5594"/>
        <a:ext cx="261714" cy="142669"/>
      </dsp:txXfrm>
    </dsp:sp>
    <dsp:sp modelId="{990317AE-40E7-4E24-A709-5C1E3D7DF428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094691" y="4991"/>
              </a:moveTo>
              <a:arcTo wR="1955071" hR="1955071" stAng="16445714" swAng="18055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74DD1F-BEEA-4E1C-A32C-B77C043FA489}">
      <dsp:nvSpPr>
        <dsp:cNvPr id="0" name=""/>
        <dsp:cNvSpPr/>
      </dsp:nvSpPr>
      <dsp:spPr>
        <a:xfrm>
          <a:off x="3290840" y="35442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01</a:t>
          </a:r>
        </a:p>
      </dsp:txBody>
      <dsp:txXfrm>
        <a:off x="3298558" y="43160"/>
        <a:ext cx="261714" cy="142669"/>
      </dsp:txXfrm>
    </dsp:sp>
    <dsp:sp modelId="{53232857-986B-4378-8600-83D67A96D1FC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475964" y="70668"/>
              </a:moveTo>
              <a:arcTo wR="1955071" hR="1955071" stAng="17127122" swAng="16130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BDE4E-122F-4949-877A-51460124312E}">
      <dsp:nvSpPr>
        <dsp:cNvPr id="0" name=""/>
        <dsp:cNvSpPr/>
      </dsp:nvSpPr>
      <dsp:spPr>
        <a:xfrm>
          <a:off x="3657598" y="146696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02</a:t>
          </a:r>
        </a:p>
      </dsp:txBody>
      <dsp:txXfrm>
        <a:off x="3665316" y="154414"/>
        <a:ext cx="261714" cy="142669"/>
      </dsp:txXfrm>
    </dsp:sp>
    <dsp:sp modelId="{C1FBA839-DD16-4EA3-AA23-4F09E108C25C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842533" y="213028"/>
              </a:moveTo>
              <a:arcTo wR="1955071" hR="1955071" stAng="17819760" swAng="13799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8252C-7210-4124-986D-C5A27EC7BB38}">
      <dsp:nvSpPr>
        <dsp:cNvPr id="0" name=""/>
        <dsp:cNvSpPr/>
      </dsp:nvSpPr>
      <dsp:spPr>
        <a:xfrm>
          <a:off x="3995604" y="327364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03</a:t>
          </a:r>
        </a:p>
      </dsp:txBody>
      <dsp:txXfrm>
        <a:off x="4003322" y="335082"/>
        <a:ext cx="261714" cy="142669"/>
      </dsp:txXfrm>
    </dsp:sp>
    <dsp:sp modelId="{9A5BE75C-4E4D-435D-8920-9E32832F465D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152180" y="409356"/>
              </a:moveTo>
              <a:arcTo wR="1955071" hR="1955071" stAng="18465402" swAng="229585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13AD56-109D-4571-A0B0-1181C7025370}">
      <dsp:nvSpPr>
        <dsp:cNvPr id="0" name=""/>
        <dsp:cNvSpPr/>
      </dsp:nvSpPr>
      <dsp:spPr>
        <a:xfrm>
          <a:off x="4291869" y="570503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04</a:t>
          </a:r>
        </a:p>
      </dsp:txBody>
      <dsp:txXfrm>
        <a:off x="4299587" y="578221"/>
        <a:ext cx="261714" cy="142669"/>
      </dsp:txXfrm>
    </dsp:sp>
    <dsp:sp modelId="{3E6F2280-A61F-493F-991B-F51BCDF11010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413474" y="653009"/>
              </a:moveTo>
              <a:arcTo wR="1955071" hR="1955071" stAng="19094490" swAng="3073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E1629B-81D1-410E-AE41-A68200AAD38A}">
      <dsp:nvSpPr>
        <dsp:cNvPr id="0" name=""/>
        <dsp:cNvSpPr/>
      </dsp:nvSpPr>
      <dsp:spPr>
        <a:xfrm>
          <a:off x="4535007" y="866767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05</a:t>
          </a:r>
        </a:p>
      </dsp:txBody>
      <dsp:txXfrm>
        <a:off x="4542725" y="874485"/>
        <a:ext cx="261714" cy="142669"/>
      </dsp:txXfrm>
    </dsp:sp>
    <dsp:sp modelId="{896B2AF0-997F-4A3D-95E9-687AEE393215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631829" y="949691"/>
              </a:moveTo>
              <a:arcTo wR="1955071" hR="1955071" stAng="19743192" swAng="35132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1FB21-3AAD-464F-AB4E-68130F6D9956}">
      <dsp:nvSpPr>
        <dsp:cNvPr id="0" name=""/>
        <dsp:cNvSpPr/>
      </dsp:nvSpPr>
      <dsp:spPr>
        <a:xfrm>
          <a:off x="4715675" y="1204773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06</a:t>
          </a:r>
        </a:p>
      </dsp:txBody>
      <dsp:txXfrm>
        <a:off x="4723393" y="1212491"/>
        <a:ext cx="261714" cy="142669"/>
      </dsp:txXfrm>
    </dsp:sp>
    <dsp:sp modelId="{36A25B59-0286-4766-AF4A-4AD99255FB9A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792820" y="1287999"/>
              </a:moveTo>
              <a:arcTo wR="1955071" hR="1955071" stAng="20402996" swAng="3758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BAFEA8-38A7-4839-A196-E833865FEC3E}">
      <dsp:nvSpPr>
        <dsp:cNvPr id="0" name=""/>
        <dsp:cNvSpPr/>
      </dsp:nvSpPr>
      <dsp:spPr>
        <a:xfrm>
          <a:off x="4826930" y="1571531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07</a:t>
          </a:r>
        </a:p>
      </dsp:txBody>
      <dsp:txXfrm>
        <a:off x="4834648" y="1579249"/>
        <a:ext cx="261714" cy="142669"/>
      </dsp:txXfrm>
    </dsp:sp>
    <dsp:sp modelId="{A95F9BD2-8E6C-4D20-A2D9-24C989631FAC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886966" y="1654925"/>
              </a:moveTo>
              <a:arcTo wR="1955071" hR="1955071" stAng="21070136" swAng="38687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BC8B2-A072-489D-B135-4F76C90ABB73}">
      <dsp:nvSpPr>
        <dsp:cNvPr id="0" name=""/>
        <dsp:cNvSpPr/>
      </dsp:nvSpPr>
      <dsp:spPr>
        <a:xfrm>
          <a:off x="4864496" y="1952947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08</a:t>
          </a:r>
        </a:p>
      </dsp:txBody>
      <dsp:txXfrm>
        <a:off x="4872214" y="1960665"/>
        <a:ext cx="261714" cy="142669"/>
      </dsp:txXfrm>
    </dsp:sp>
    <dsp:sp modelId="{BBF115A0-E49F-481D-B9B9-7781A7700C68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908452" y="2036366"/>
              </a:moveTo>
              <a:arcTo wR="1955071" hR="1955071" stAng="142987" swAng="38687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77A35-5C63-4153-A1CA-D07A81FEBED6}">
      <dsp:nvSpPr>
        <dsp:cNvPr id="0" name=""/>
        <dsp:cNvSpPr/>
      </dsp:nvSpPr>
      <dsp:spPr>
        <a:xfrm>
          <a:off x="4826930" y="2334363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09</a:t>
          </a:r>
        </a:p>
      </dsp:txBody>
      <dsp:txXfrm>
        <a:off x="4834648" y="2342081"/>
        <a:ext cx="261714" cy="142669"/>
      </dsp:txXfrm>
    </dsp:sp>
    <dsp:sp modelId="{C75F3799-6FE1-44D4-94E5-D0323DD9642D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854629" y="2417657"/>
              </a:moveTo>
              <a:arcTo wR="1955071" hR="1955071" stAng="821187" swAng="3758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3DEE4-4C37-414B-A20E-469C72FF631D}">
      <dsp:nvSpPr>
        <dsp:cNvPr id="0" name=""/>
        <dsp:cNvSpPr/>
      </dsp:nvSpPr>
      <dsp:spPr>
        <a:xfrm>
          <a:off x="4715675" y="2701120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10</a:t>
          </a:r>
        </a:p>
      </dsp:txBody>
      <dsp:txXfrm>
        <a:off x="4723393" y="2708838"/>
        <a:ext cx="261714" cy="142669"/>
      </dsp:txXfrm>
    </dsp:sp>
    <dsp:sp modelId="{39826E2A-859D-4D09-B02A-05287C251E70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725649" y="2784143"/>
              </a:moveTo>
              <a:arcTo wR="1955071" hR="1955071" stAng="1505479" swAng="35132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270A1-9056-4B9A-B0BC-2D3B1299FC58}">
      <dsp:nvSpPr>
        <dsp:cNvPr id="0" name=""/>
        <dsp:cNvSpPr/>
      </dsp:nvSpPr>
      <dsp:spPr>
        <a:xfrm>
          <a:off x="4535007" y="3039127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11</a:t>
          </a:r>
        </a:p>
      </dsp:txBody>
      <dsp:txXfrm>
        <a:off x="4542725" y="3046845"/>
        <a:ext cx="261714" cy="142669"/>
      </dsp:txXfrm>
    </dsp:sp>
    <dsp:sp modelId="{0186EB4D-19E9-40A6-9853-FE75E1F1C601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523893" y="3121734"/>
              </a:moveTo>
              <a:arcTo wR="1955071" hR="1955071" stAng="2198193" swAng="3073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415271-4602-49BD-8F77-B2554532B0A0}">
      <dsp:nvSpPr>
        <dsp:cNvPr id="0" name=""/>
        <dsp:cNvSpPr/>
      </dsp:nvSpPr>
      <dsp:spPr>
        <a:xfrm>
          <a:off x="4291869" y="3335391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12</a:t>
          </a:r>
        </a:p>
      </dsp:txBody>
      <dsp:txXfrm>
        <a:off x="4299587" y="3343109"/>
        <a:ext cx="261714" cy="142669"/>
      </dsp:txXfrm>
    </dsp:sp>
    <dsp:sp modelId="{0CA37BE1-2CF9-468E-BFF7-47A995E3BB08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252663" y="3417452"/>
              </a:moveTo>
              <a:arcTo wR="1955071" hR="1955071" stAng="2905013" swAng="229585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433AE-724D-434E-B55F-F8FBA5E6691B}">
      <dsp:nvSpPr>
        <dsp:cNvPr id="0" name=""/>
        <dsp:cNvSpPr/>
      </dsp:nvSpPr>
      <dsp:spPr>
        <a:xfrm>
          <a:off x="3995604" y="3578530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13</a:t>
          </a:r>
        </a:p>
      </dsp:txBody>
      <dsp:txXfrm>
        <a:off x="4003322" y="3586248"/>
        <a:ext cx="261714" cy="142669"/>
      </dsp:txXfrm>
    </dsp:sp>
    <dsp:sp modelId="{6361BE26-1613-4254-AAB5-23BC794B38F0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911725" y="3660098"/>
              </a:moveTo>
              <a:arcTo wR="1955071" hR="1955071" stAng="3642249" swAng="13799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C04093-B402-44E4-A02F-D9D20B3CFE9D}">
      <dsp:nvSpPr>
        <dsp:cNvPr id="0" name=""/>
        <dsp:cNvSpPr/>
      </dsp:nvSpPr>
      <dsp:spPr>
        <a:xfrm>
          <a:off x="3657598" y="3759198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14</a:t>
          </a:r>
        </a:p>
      </dsp:txBody>
      <dsp:txXfrm>
        <a:off x="3665316" y="3766916"/>
        <a:ext cx="261714" cy="142669"/>
      </dsp:txXfrm>
    </dsp:sp>
    <dsp:sp modelId="{76F78CE6-90C8-4B35-9F7E-1F5EB9B22151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563780" y="3812967"/>
              </a:moveTo>
              <a:arcTo wR="1955071" hR="1955071" stAng="4311568" swAng="16130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D29F1-B27A-4177-81E5-AC40E22B797C}">
      <dsp:nvSpPr>
        <dsp:cNvPr id="0" name=""/>
        <dsp:cNvSpPr/>
      </dsp:nvSpPr>
      <dsp:spPr>
        <a:xfrm>
          <a:off x="3290840" y="3870452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15</a:t>
          </a:r>
        </a:p>
      </dsp:txBody>
      <dsp:txXfrm>
        <a:off x="3298558" y="3878170"/>
        <a:ext cx="261714" cy="142669"/>
      </dsp:txXfrm>
    </dsp:sp>
    <dsp:sp modelId="{B309ED74-66A5-480C-86D1-D4E840F406AC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196872" y="3895132"/>
              </a:moveTo>
              <a:arcTo wR="1955071" hR="1955071" stAng="4973732" swAng="18055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FE6595-7230-483C-9D32-BFCA9CE92D85}">
      <dsp:nvSpPr>
        <dsp:cNvPr id="0" name=""/>
        <dsp:cNvSpPr/>
      </dsp:nvSpPr>
      <dsp:spPr>
        <a:xfrm>
          <a:off x="2909424" y="3908019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16</a:t>
          </a:r>
        </a:p>
      </dsp:txBody>
      <dsp:txXfrm>
        <a:off x="2917142" y="3915737"/>
        <a:ext cx="261714" cy="142669"/>
      </dsp:txXfrm>
    </dsp:sp>
    <dsp:sp modelId="{F136BB06-5C60-4B50-98D8-C6FCDB3F7F8E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815451" y="3905151"/>
              </a:moveTo>
              <a:arcTo wR="1955071" hR="1955071" stAng="5645714" swAng="18055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C1B40C-A928-4D28-85BB-5E0283FC2F77}">
      <dsp:nvSpPr>
        <dsp:cNvPr id="0" name=""/>
        <dsp:cNvSpPr/>
      </dsp:nvSpPr>
      <dsp:spPr>
        <a:xfrm>
          <a:off x="2528009" y="3870452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17</a:t>
          </a:r>
        </a:p>
      </dsp:txBody>
      <dsp:txXfrm>
        <a:off x="2535727" y="3878170"/>
        <a:ext cx="261714" cy="142669"/>
      </dsp:txXfrm>
    </dsp:sp>
    <dsp:sp modelId="{68E8B125-993D-469E-AA0B-682C870C8CE0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434178" y="3839474"/>
              </a:moveTo>
              <a:arcTo wR="1955071" hR="1955071" stAng="6327122" swAng="16130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DD2792-6893-42FB-A020-33C72A283A6C}">
      <dsp:nvSpPr>
        <dsp:cNvPr id="0" name=""/>
        <dsp:cNvSpPr/>
      </dsp:nvSpPr>
      <dsp:spPr>
        <a:xfrm>
          <a:off x="2161251" y="3759198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18</a:t>
          </a:r>
        </a:p>
      </dsp:txBody>
      <dsp:txXfrm>
        <a:off x="2168969" y="3766916"/>
        <a:ext cx="261714" cy="142669"/>
      </dsp:txXfrm>
    </dsp:sp>
    <dsp:sp modelId="{B9DC5B5E-81C6-4A00-AD4E-BE0007B91F2F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067609" y="3697115"/>
              </a:moveTo>
              <a:arcTo wR="1955071" hR="1955071" stAng="7019760" swAng="13799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352E1F-0C68-49D5-B0E2-54376D4F934A}">
      <dsp:nvSpPr>
        <dsp:cNvPr id="0" name=""/>
        <dsp:cNvSpPr/>
      </dsp:nvSpPr>
      <dsp:spPr>
        <a:xfrm>
          <a:off x="1823245" y="3578530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19</a:t>
          </a:r>
        </a:p>
      </dsp:txBody>
      <dsp:txXfrm>
        <a:off x="1830963" y="3586248"/>
        <a:ext cx="261714" cy="142669"/>
      </dsp:txXfrm>
    </dsp:sp>
    <dsp:sp modelId="{F4BCE455-286B-4204-B5F1-B8A634EE86AA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757962" y="3500786"/>
              </a:moveTo>
              <a:arcTo wR="1955071" hR="1955071" stAng="7665402" swAng="229585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ECE81-A2B2-47AC-8CB7-A602A09D7084}">
      <dsp:nvSpPr>
        <dsp:cNvPr id="0" name=""/>
        <dsp:cNvSpPr/>
      </dsp:nvSpPr>
      <dsp:spPr>
        <a:xfrm>
          <a:off x="1526980" y="3335391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20</a:t>
          </a:r>
        </a:p>
      </dsp:txBody>
      <dsp:txXfrm>
        <a:off x="1534698" y="3343109"/>
        <a:ext cx="261714" cy="142669"/>
      </dsp:txXfrm>
    </dsp:sp>
    <dsp:sp modelId="{E5C3F0BA-DB69-495D-9DEA-D13C90EA3630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496668" y="3257134"/>
              </a:moveTo>
              <a:arcTo wR="1955071" hR="1955071" stAng="8294490" swAng="3073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DDAB27-C0DF-44FA-802A-67BF1D0F81B4}">
      <dsp:nvSpPr>
        <dsp:cNvPr id="0" name=""/>
        <dsp:cNvSpPr/>
      </dsp:nvSpPr>
      <dsp:spPr>
        <a:xfrm>
          <a:off x="1283842" y="3039127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21</a:t>
          </a:r>
        </a:p>
      </dsp:txBody>
      <dsp:txXfrm>
        <a:off x="1291560" y="3046845"/>
        <a:ext cx="261714" cy="142669"/>
      </dsp:txXfrm>
    </dsp:sp>
    <dsp:sp modelId="{4564EECB-4F9B-4DE6-A4A8-79CB80D711FC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78313" y="2960451"/>
              </a:moveTo>
              <a:arcTo wR="1955071" hR="1955071" stAng="8943192" swAng="35132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2F824-C131-4F6E-BF3B-11B8D84C3259}">
      <dsp:nvSpPr>
        <dsp:cNvPr id="0" name=""/>
        <dsp:cNvSpPr/>
      </dsp:nvSpPr>
      <dsp:spPr>
        <a:xfrm>
          <a:off x="1103174" y="2701120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22</a:t>
          </a:r>
        </a:p>
      </dsp:txBody>
      <dsp:txXfrm>
        <a:off x="1110892" y="2708838"/>
        <a:ext cx="261714" cy="142669"/>
      </dsp:txXfrm>
    </dsp:sp>
    <dsp:sp modelId="{F221C969-D840-4207-AD08-C8DF473E761E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17323" y="2622144"/>
              </a:moveTo>
              <a:arcTo wR="1955071" hR="1955071" stAng="9602996" swAng="3758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CF3D4C-32A1-4968-B438-404BD7D6114A}">
      <dsp:nvSpPr>
        <dsp:cNvPr id="0" name=""/>
        <dsp:cNvSpPr/>
      </dsp:nvSpPr>
      <dsp:spPr>
        <a:xfrm>
          <a:off x="991919" y="2334363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23</a:t>
          </a:r>
        </a:p>
      </dsp:txBody>
      <dsp:txXfrm>
        <a:off x="999637" y="2342081"/>
        <a:ext cx="261714" cy="142669"/>
      </dsp:txXfrm>
    </dsp:sp>
    <dsp:sp modelId="{21A7A6A5-C6D1-4211-8A8E-22C0ECD96F49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23176" y="2255217"/>
              </a:moveTo>
              <a:arcTo wR="1955071" hR="1955071" stAng="10270136" swAng="38687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1A4C05-42A7-4815-BBC2-046FF52DA966}">
      <dsp:nvSpPr>
        <dsp:cNvPr id="0" name=""/>
        <dsp:cNvSpPr/>
      </dsp:nvSpPr>
      <dsp:spPr>
        <a:xfrm>
          <a:off x="954353" y="1952947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24</a:t>
          </a:r>
        </a:p>
      </dsp:txBody>
      <dsp:txXfrm>
        <a:off x="962071" y="1960665"/>
        <a:ext cx="261714" cy="142669"/>
      </dsp:txXfrm>
    </dsp:sp>
    <dsp:sp modelId="{F56FC7F1-C52A-48DE-AD95-4D744553B23F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690" y="1873777"/>
              </a:moveTo>
              <a:arcTo wR="1955071" hR="1955071" stAng="10942987" swAng="38687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84676-4902-4A78-9386-9F053440A259}">
      <dsp:nvSpPr>
        <dsp:cNvPr id="0" name=""/>
        <dsp:cNvSpPr/>
      </dsp:nvSpPr>
      <dsp:spPr>
        <a:xfrm>
          <a:off x="991919" y="1571531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25</a:t>
          </a:r>
        </a:p>
      </dsp:txBody>
      <dsp:txXfrm>
        <a:off x="999637" y="1579249"/>
        <a:ext cx="261714" cy="142669"/>
      </dsp:txXfrm>
    </dsp:sp>
    <dsp:sp modelId="{D6FF76DD-C30F-4EB0-8FCF-74271CBF245A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55514" y="1492485"/>
              </a:moveTo>
              <a:arcTo wR="1955071" hR="1955071" stAng="11621187" swAng="3758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CD61F-322C-4EEA-85CC-48F3CC9DA29B}">
      <dsp:nvSpPr>
        <dsp:cNvPr id="0" name=""/>
        <dsp:cNvSpPr/>
      </dsp:nvSpPr>
      <dsp:spPr>
        <a:xfrm>
          <a:off x="1103174" y="1204773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26</a:t>
          </a:r>
        </a:p>
      </dsp:txBody>
      <dsp:txXfrm>
        <a:off x="1110892" y="1212491"/>
        <a:ext cx="261714" cy="142669"/>
      </dsp:txXfrm>
    </dsp:sp>
    <dsp:sp modelId="{F9A0D072-B17C-43D0-9A88-104CAF700717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84494" y="1125999"/>
              </a:moveTo>
              <a:arcTo wR="1955071" hR="1955071" stAng="12305479" swAng="35132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BE2733-5EA3-4FB9-B572-1CE18B1FAD50}">
      <dsp:nvSpPr>
        <dsp:cNvPr id="0" name=""/>
        <dsp:cNvSpPr/>
      </dsp:nvSpPr>
      <dsp:spPr>
        <a:xfrm>
          <a:off x="1283842" y="866767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27</a:t>
          </a:r>
        </a:p>
      </dsp:txBody>
      <dsp:txXfrm>
        <a:off x="1291560" y="874485"/>
        <a:ext cx="261714" cy="142669"/>
      </dsp:txXfrm>
    </dsp:sp>
    <dsp:sp modelId="{7F89DABF-7369-48F0-8963-A2942746E850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386249" y="788408"/>
              </a:moveTo>
              <a:arcTo wR="1955071" hR="1955071" stAng="12998193" swAng="30731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308359-DDF9-4556-B21D-E2264F4EE573}">
      <dsp:nvSpPr>
        <dsp:cNvPr id="0" name=""/>
        <dsp:cNvSpPr/>
      </dsp:nvSpPr>
      <dsp:spPr>
        <a:xfrm>
          <a:off x="1526980" y="570503"/>
          <a:ext cx="277150" cy="158105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28</a:t>
          </a:r>
        </a:p>
      </dsp:txBody>
      <dsp:txXfrm>
        <a:off x="1534698" y="578221"/>
        <a:ext cx="261714" cy="142669"/>
      </dsp:txXfrm>
    </dsp:sp>
    <dsp:sp modelId="{81F2DA4D-EFC8-4AA8-9C5F-683BBAC275F5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657479" y="492690"/>
              </a:moveTo>
              <a:arcTo wR="1955071" hR="1955071" stAng="13705013" swAng="229585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C4915E-252C-49E2-84A8-90A6E8385642}">
      <dsp:nvSpPr>
        <dsp:cNvPr id="0" name=""/>
        <dsp:cNvSpPr/>
      </dsp:nvSpPr>
      <dsp:spPr>
        <a:xfrm>
          <a:off x="1823245" y="327364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29</a:t>
          </a:r>
        </a:p>
      </dsp:txBody>
      <dsp:txXfrm>
        <a:off x="1830963" y="335082"/>
        <a:ext cx="261714" cy="142669"/>
      </dsp:txXfrm>
    </dsp:sp>
    <dsp:sp modelId="{10B85967-A5CA-441C-B74B-8FD7919CBCCC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998417" y="250044"/>
              </a:moveTo>
              <a:arcTo wR="1955071" hR="1955071" stAng="14442249" swAng="13799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24F2BE-3492-48DF-BEB0-18E86EC3383D}">
      <dsp:nvSpPr>
        <dsp:cNvPr id="0" name=""/>
        <dsp:cNvSpPr/>
      </dsp:nvSpPr>
      <dsp:spPr>
        <a:xfrm>
          <a:off x="2161251" y="146696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30</a:t>
          </a:r>
        </a:p>
      </dsp:txBody>
      <dsp:txXfrm>
        <a:off x="2168969" y="154414"/>
        <a:ext cx="261714" cy="142669"/>
      </dsp:txXfrm>
    </dsp:sp>
    <dsp:sp modelId="{D385CF75-2DC0-41B5-94A8-CB366CF3094B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346362" y="97175"/>
              </a:moveTo>
              <a:arcTo wR="1955071" hR="1955071" stAng="15111568" swAng="161309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B42BA-B449-428B-A7CE-2DFEE7DEF4F0}">
      <dsp:nvSpPr>
        <dsp:cNvPr id="0" name=""/>
        <dsp:cNvSpPr/>
      </dsp:nvSpPr>
      <dsp:spPr>
        <a:xfrm>
          <a:off x="2528009" y="35442"/>
          <a:ext cx="277150" cy="15810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31</a:t>
          </a:r>
        </a:p>
      </dsp:txBody>
      <dsp:txXfrm>
        <a:off x="2535727" y="43160"/>
        <a:ext cx="261714" cy="142669"/>
      </dsp:txXfrm>
    </dsp:sp>
    <dsp:sp modelId="{5CFB3FD2-2DF6-4205-823E-F0FEC3D98719}">
      <dsp:nvSpPr>
        <dsp:cNvPr id="0" name=""/>
        <dsp:cNvSpPr/>
      </dsp:nvSpPr>
      <dsp:spPr>
        <a:xfrm>
          <a:off x="1092928" y="76928"/>
          <a:ext cx="3910143" cy="3910143"/>
        </a:xfrm>
        <a:custGeom>
          <a:avLst/>
          <a:gdLst/>
          <a:ahLst/>
          <a:cxnLst/>
          <a:rect l="0" t="0" r="0" b="0"/>
          <a:pathLst>
            <a:path>
              <a:moveTo>
                <a:pt x="1713270" y="15010"/>
              </a:moveTo>
              <a:arcTo wR="1955071" hR="1955071" stAng="15773732" swAng="180554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6FC54-D545-444E-B19E-55F8864057C9}">
      <dsp:nvSpPr>
        <dsp:cNvPr id="0" name=""/>
        <dsp:cNvSpPr/>
      </dsp:nvSpPr>
      <dsp:spPr>
        <a:xfrm>
          <a:off x="2587117" y="-3496"/>
          <a:ext cx="235965" cy="134610"/>
        </a:xfrm>
        <a:prstGeom prst="roundRect">
          <a:avLst/>
        </a:prstGeom>
        <a:solidFill>
          <a:schemeClr val="lt1"/>
        </a:solidFill>
        <a:ln w="31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00</a:t>
          </a:r>
        </a:p>
      </dsp:txBody>
      <dsp:txXfrm>
        <a:off x="2593688" y="3075"/>
        <a:ext cx="222823" cy="121468"/>
      </dsp:txXfrm>
    </dsp:sp>
    <dsp:sp modelId="{990317AE-40E7-4E24-A709-5C1E3D7DF428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782260" y="4252"/>
              </a:moveTo>
              <a:arcTo wR="1663390" hR="1663390" stAng="16445880" swAng="18022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74DD1F-BEEA-4E1C-A32C-B77C043FA489}">
      <dsp:nvSpPr>
        <dsp:cNvPr id="0" name=""/>
        <dsp:cNvSpPr/>
      </dsp:nvSpPr>
      <dsp:spPr>
        <a:xfrm>
          <a:off x="2911628" y="28465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01</a:t>
          </a:r>
        </a:p>
      </dsp:txBody>
      <dsp:txXfrm>
        <a:off x="2918199" y="35036"/>
        <a:ext cx="222823" cy="121468"/>
      </dsp:txXfrm>
    </dsp:sp>
    <dsp:sp modelId="{53232857-986B-4378-8600-83D67A96D1F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106650" y="60147"/>
              </a:moveTo>
              <a:arcTo wR="1663390" hR="1663390" stAng="17127294" swAng="16096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BDE4E-122F-4949-877A-51460124312E}">
      <dsp:nvSpPr>
        <dsp:cNvPr id="0" name=""/>
        <dsp:cNvSpPr/>
      </dsp:nvSpPr>
      <dsp:spPr>
        <a:xfrm>
          <a:off x="3223669" y="12312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02</a:t>
          </a:r>
        </a:p>
      </dsp:txBody>
      <dsp:txXfrm>
        <a:off x="3230240" y="129693"/>
        <a:ext cx="222823" cy="121468"/>
      </dsp:txXfrm>
    </dsp:sp>
    <dsp:sp modelId="{C1FBA839-DD16-4EA3-AA23-4F09E108C25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418530" y="181286"/>
              </a:moveTo>
              <a:arcTo wR="1663390" hR="1663390" stAng="17819946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8252C-7210-4124-986D-C5A27EC7BB38}">
      <dsp:nvSpPr>
        <dsp:cNvPr id="0" name=""/>
        <dsp:cNvSpPr/>
      </dsp:nvSpPr>
      <dsp:spPr>
        <a:xfrm>
          <a:off x="3511247" y="27683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03</a:t>
          </a:r>
        </a:p>
      </dsp:txBody>
      <dsp:txXfrm>
        <a:off x="3517818" y="283406"/>
        <a:ext cx="222823" cy="121468"/>
      </dsp:txXfrm>
    </dsp:sp>
    <dsp:sp modelId="{9A5BE75C-4E4D-435D-8920-9E32832F465D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681960" y="348329"/>
              </a:moveTo>
              <a:arcTo wR="1663390" hR="1663390" stAng="18465556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13AD56-109D-4571-A0B0-1181C7025370}">
      <dsp:nvSpPr>
        <dsp:cNvPr id="0" name=""/>
        <dsp:cNvSpPr/>
      </dsp:nvSpPr>
      <dsp:spPr>
        <a:xfrm>
          <a:off x="3763312" y="483699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04</a:t>
          </a:r>
        </a:p>
      </dsp:txBody>
      <dsp:txXfrm>
        <a:off x="3769883" y="490270"/>
        <a:ext cx="222823" cy="121468"/>
      </dsp:txXfrm>
    </dsp:sp>
    <dsp:sp modelId="{3E6F2280-A61F-493F-991B-F51BCDF1101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904252" y="555631"/>
              </a:moveTo>
              <a:arcTo wR="1663390" hR="1663390" stAng="19094617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E1629B-81D1-410E-AE41-A68200AAD38A}">
      <dsp:nvSpPr>
        <dsp:cNvPr id="0" name=""/>
        <dsp:cNvSpPr/>
      </dsp:nvSpPr>
      <dsp:spPr>
        <a:xfrm>
          <a:off x="3970176" y="73576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05</a:t>
          </a:r>
        </a:p>
      </dsp:txBody>
      <dsp:txXfrm>
        <a:off x="3976747" y="742335"/>
        <a:ext cx="222823" cy="121468"/>
      </dsp:txXfrm>
    </dsp:sp>
    <dsp:sp modelId="{896B2AF0-997F-4A3D-95E9-687AEE393215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090017" y="808051"/>
              </a:moveTo>
              <a:arcTo wR="1663390" hR="1663390" stAng="19743302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1FB21-3AAD-464F-AB4E-68130F6D9956}">
      <dsp:nvSpPr>
        <dsp:cNvPr id="0" name=""/>
        <dsp:cNvSpPr/>
      </dsp:nvSpPr>
      <dsp:spPr>
        <a:xfrm>
          <a:off x="4123890" y="102334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06</a:t>
          </a:r>
        </a:p>
      </dsp:txBody>
      <dsp:txXfrm>
        <a:off x="4130461" y="1029913"/>
        <a:ext cx="222823" cy="121468"/>
      </dsp:txXfrm>
    </dsp:sp>
    <dsp:sp modelId="{36A25B59-0286-4766-AF4A-4AD99255FB9A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226978" y="1095885"/>
              </a:moveTo>
              <a:arcTo wR="1663390" hR="1663390" stAng="20403097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BAFEA8-38A7-4839-A196-E833865FEC3E}">
      <dsp:nvSpPr>
        <dsp:cNvPr id="0" name=""/>
        <dsp:cNvSpPr/>
      </dsp:nvSpPr>
      <dsp:spPr>
        <a:xfrm>
          <a:off x="4218546" y="133538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07</a:t>
          </a:r>
        </a:p>
      </dsp:txBody>
      <dsp:txXfrm>
        <a:off x="4225117" y="1341954"/>
        <a:ext cx="222823" cy="121468"/>
      </dsp:txXfrm>
    </dsp:sp>
    <dsp:sp modelId="{A95F9BD2-8E6C-4D20-A2D9-24C989631FA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307069" y="1408069"/>
              </a:moveTo>
              <a:arcTo wR="1663390" hR="1663390" stAng="21070231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BC8B2-A072-489D-B135-4F76C90ABB73}">
      <dsp:nvSpPr>
        <dsp:cNvPr id="0" name=""/>
        <dsp:cNvSpPr/>
      </dsp:nvSpPr>
      <dsp:spPr>
        <a:xfrm>
          <a:off x="4250508" y="165989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08</a:t>
          </a:r>
        </a:p>
      </dsp:txBody>
      <dsp:txXfrm>
        <a:off x="4257079" y="1666465"/>
        <a:ext cx="222823" cy="121468"/>
      </dsp:txXfrm>
    </dsp:sp>
    <dsp:sp modelId="{BBF115A0-E49F-481D-B9B9-7781A7700C68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325341" y="1732602"/>
              </a:moveTo>
              <a:arcTo wR="1663390" hR="1663390" stAng="143082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77A35-5C63-4153-A1CA-D07A81FEBED6}">
      <dsp:nvSpPr>
        <dsp:cNvPr id="0" name=""/>
        <dsp:cNvSpPr/>
      </dsp:nvSpPr>
      <dsp:spPr>
        <a:xfrm>
          <a:off x="4218546" y="1984406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09</a:t>
          </a:r>
        </a:p>
      </dsp:txBody>
      <dsp:txXfrm>
        <a:off x="4225117" y="1990977"/>
        <a:ext cx="222823" cy="121468"/>
      </dsp:txXfrm>
    </dsp:sp>
    <dsp:sp modelId="{C75F3799-6FE1-44D4-94E5-D0323DD9642D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279538" y="2057008"/>
              </a:moveTo>
              <a:arcTo wR="1663390" hR="1663390" stAng="821284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3DEE4-4C37-414B-A20E-469C72FF631D}">
      <dsp:nvSpPr>
        <dsp:cNvPr id="0" name=""/>
        <dsp:cNvSpPr/>
      </dsp:nvSpPr>
      <dsp:spPr>
        <a:xfrm>
          <a:off x="4123890" y="2296446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10</a:t>
          </a:r>
        </a:p>
      </dsp:txBody>
      <dsp:txXfrm>
        <a:off x="4130461" y="2303017"/>
        <a:ext cx="222823" cy="121468"/>
      </dsp:txXfrm>
    </dsp:sp>
    <dsp:sp modelId="{39826E2A-859D-4D09-B02A-05287C251E7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169791" y="2368817"/>
              </a:moveTo>
              <a:arcTo wR="1663390" hR="1663390" stAng="1505584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270A1-9056-4B9A-B0BC-2D3B1299FC58}">
      <dsp:nvSpPr>
        <dsp:cNvPr id="0" name=""/>
        <dsp:cNvSpPr/>
      </dsp:nvSpPr>
      <dsp:spPr>
        <a:xfrm>
          <a:off x="3970176" y="2584025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11</a:t>
          </a:r>
        </a:p>
      </dsp:txBody>
      <dsp:txXfrm>
        <a:off x="3976747" y="2590596"/>
        <a:ext cx="222823" cy="121468"/>
      </dsp:txXfrm>
    </dsp:sp>
    <dsp:sp modelId="{0186EB4D-19E9-40A6-9853-FE75E1F1C601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998123" y="2656042"/>
              </a:moveTo>
              <a:arcTo wR="1663390" hR="1663390" stAng="2198310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415271-4602-49BD-8F77-B2554532B0A0}">
      <dsp:nvSpPr>
        <dsp:cNvPr id="0" name=""/>
        <dsp:cNvSpPr/>
      </dsp:nvSpPr>
      <dsp:spPr>
        <a:xfrm>
          <a:off x="3763312" y="2836089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12</a:t>
          </a:r>
        </a:p>
      </dsp:txBody>
      <dsp:txXfrm>
        <a:off x="3769883" y="2842660"/>
        <a:ext cx="222823" cy="121468"/>
      </dsp:txXfrm>
    </dsp:sp>
    <dsp:sp modelId="{0CA37BE1-2CF9-468E-BFF7-47A995E3BB08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767341" y="2907642"/>
              </a:moveTo>
              <a:arcTo wR="1663390" hR="1663390" stAng="2905155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433AE-724D-434E-B55F-F8FBA5E6691B}">
      <dsp:nvSpPr>
        <dsp:cNvPr id="0" name=""/>
        <dsp:cNvSpPr/>
      </dsp:nvSpPr>
      <dsp:spPr>
        <a:xfrm>
          <a:off x="3511247" y="304295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13</a:t>
          </a:r>
        </a:p>
      </dsp:txBody>
      <dsp:txXfrm>
        <a:off x="3517818" y="3049524"/>
        <a:ext cx="222823" cy="121468"/>
      </dsp:txXfrm>
    </dsp:sp>
    <dsp:sp modelId="{6361BE26-1613-4254-AAB5-23BC794B38F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477238" y="3114087"/>
              </a:moveTo>
              <a:arcTo wR="1663390" hR="1663390" stAng="3642442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C04093-B402-44E4-A02F-D9D20B3CFE9D}">
      <dsp:nvSpPr>
        <dsp:cNvPr id="0" name=""/>
        <dsp:cNvSpPr/>
      </dsp:nvSpPr>
      <dsp:spPr>
        <a:xfrm>
          <a:off x="3223669" y="3196667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14</a:t>
          </a:r>
        </a:p>
      </dsp:txBody>
      <dsp:txXfrm>
        <a:off x="3230240" y="3203238"/>
        <a:ext cx="222823" cy="121468"/>
      </dsp:txXfrm>
    </dsp:sp>
    <dsp:sp modelId="{76F78CE6-90C8-4B35-9F7E-1F5EB9B22151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181205" y="3244130"/>
              </a:moveTo>
              <a:arcTo wR="1663390" hR="1663390" stAng="4311743" swAng="16096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D29F1-B27A-4177-81E5-AC40E22B797C}">
      <dsp:nvSpPr>
        <dsp:cNvPr id="0" name=""/>
        <dsp:cNvSpPr/>
      </dsp:nvSpPr>
      <dsp:spPr>
        <a:xfrm>
          <a:off x="2911628" y="329132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15</a:t>
          </a:r>
        </a:p>
      </dsp:txBody>
      <dsp:txXfrm>
        <a:off x="2918199" y="3297895"/>
        <a:ext cx="222823" cy="121468"/>
      </dsp:txXfrm>
    </dsp:sp>
    <dsp:sp modelId="{B309ED74-66A5-480C-86D1-D4E840F406A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869036" y="3314020"/>
              </a:moveTo>
              <a:arcTo wR="1663390" hR="1663390" stAng="4973899" swAng="18022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FE6595-7230-483C-9D32-BFCA9CE92D85}">
      <dsp:nvSpPr>
        <dsp:cNvPr id="0" name=""/>
        <dsp:cNvSpPr/>
      </dsp:nvSpPr>
      <dsp:spPr>
        <a:xfrm>
          <a:off x="2587117" y="332328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16</a:t>
          </a:r>
        </a:p>
      </dsp:txBody>
      <dsp:txXfrm>
        <a:off x="2593688" y="3329856"/>
        <a:ext cx="222823" cy="121468"/>
      </dsp:txXfrm>
    </dsp:sp>
    <dsp:sp modelId="{F136BB06-5C60-4B50-98D8-C6FCDB3F7F8E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544520" y="3322528"/>
              </a:moveTo>
              <a:arcTo wR="1663390" hR="1663390" stAng="5645880" swAng="18022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C1B40C-A928-4D28-85BB-5E0283FC2F77}">
      <dsp:nvSpPr>
        <dsp:cNvPr id="0" name=""/>
        <dsp:cNvSpPr/>
      </dsp:nvSpPr>
      <dsp:spPr>
        <a:xfrm>
          <a:off x="2262605" y="329132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17</a:t>
          </a:r>
        </a:p>
      </dsp:txBody>
      <dsp:txXfrm>
        <a:off x="2269176" y="3297895"/>
        <a:ext cx="222823" cy="121468"/>
      </dsp:txXfrm>
    </dsp:sp>
    <dsp:sp modelId="{68E8B125-993D-469E-AA0B-682C870C8CE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220130" y="3266634"/>
              </a:moveTo>
              <a:arcTo wR="1663390" hR="1663390" stAng="6327294" swAng="16096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DD2792-6893-42FB-A020-33C72A283A6C}">
      <dsp:nvSpPr>
        <dsp:cNvPr id="0" name=""/>
        <dsp:cNvSpPr/>
      </dsp:nvSpPr>
      <dsp:spPr>
        <a:xfrm>
          <a:off x="1950565" y="3196667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18</a:t>
          </a:r>
        </a:p>
      </dsp:txBody>
      <dsp:txXfrm>
        <a:off x="1957136" y="3203238"/>
        <a:ext cx="222823" cy="121468"/>
      </dsp:txXfrm>
    </dsp:sp>
    <dsp:sp modelId="{B9DC5B5E-81C6-4A00-AD4E-BE0007B91F2F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908250" y="3145494"/>
              </a:moveTo>
              <a:arcTo wR="1663390" hR="1663390" stAng="7019946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352E1F-0C68-49D5-B0E2-54376D4F934A}">
      <dsp:nvSpPr>
        <dsp:cNvPr id="0" name=""/>
        <dsp:cNvSpPr/>
      </dsp:nvSpPr>
      <dsp:spPr>
        <a:xfrm>
          <a:off x="1662986" y="304295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19</a:t>
          </a:r>
        </a:p>
      </dsp:txBody>
      <dsp:txXfrm>
        <a:off x="1669557" y="3049524"/>
        <a:ext cx="222823" cy="121468"/>
      </dsp:txXfrm>
    </dsp:sp>
    <dsp:sp modelId="{F4BCE455-286B-4204-B5F1-B8A634EE86AA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644821" y="2978451"/>
              </a:moveTo>
              <a:arcTo wR="1663390" hR="1663390" stAng="7665556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ECE81-A2B2-47AC-8CB7-A602A09D7084}">
      <dsp:nvSpPr>
        <dsp:cNvPr id="0" name=""/>
        <dsp:cNvSpPr/>
      </dsp:nvSpPr>
      <dsp:spPr>
        <a:xfrm>
          <a:off x="1410922" y="2836089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20</a:t>
          </a:r>
        </a:p>
      </dsp:txBody>
      <dsp:txXfrm>
        <a:off x="1417493" y="2842660"/>
        <a:ext cx="222823" cy="121468"/>
      </dsp:txXfrm>
    </dsp:sp>
    <dsp:sp modelId="{E5C3F0BA-DB69-495D-9DEA-D13C90EA363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422529" y="2771150"/>
              </a:moveTo>
              <a:arcTo wR="1663390" hR="1663390" stAng="8294617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DDAB27-C0DF-44FA-802A-67BF1D0F81B4}">
      <dsp:nvSpPr>
        <dsp:cNvPr id="0" name=""/>
        <dsp:cNvSpPr/>
      </dsp:nvSpPr>
      <dsp:spPr>
        <a:xfrm>
          <a:off x="1204058" y="2584025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21</a:t>
          </a:r>
        </a:p>
      </dsp:txBody>
      <dsp:txXfrm>
        <a:off x="1210629" y="2590596"/>
        <a:ext cx="222823" cy="121468"/>
      </dsp:txXfrm>
    </dsp:sp>
    <dsp:sp modelId="{4564EECB-4F9B-4DE6-A4A8-79CB80D711F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36764" y="2518730"/>
              </a:moveTo>
              <a:arcTo wR="1663390" hR="1663390" stAng="8943302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2F824-C131-4F6E-BF3B-11B8D84C3259}">
      <dsp:nvSpPr>
        <dsp:cNvPr id="0" name=""/>
        <dsp:cNvSpPr/>
      </dsp:nvSpPr>
      <dsp:spPr>
        <a:xfrm>
          <a:off x="1050344" y="2296446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22</a:t>
          </a:r>
        </a:p>
      </dsp:txBody>
      <dsp:txXfrm>
        <a:off x="1056915" y="2303017"/>
        <a:ext cx="222823" cy="121468"/>
      </dsp:txXfrm>
    </dsp:sp>
    <dsp:sp modelId="{F221C969-D840-4207-AD08-C8DF473E761E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99802" y="2230895"/>
              </a:moveTo>
              <a:arcTo wR="1663390" hR="1663390" stAng="9603097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CF3D4C-32A1-4968-B438-404BD7D6114A}">
      <dsp:nvSpPr>
        <dsp:cNvPr id="0" name=""/>
        <dsp:cNvSpPr/>
      </dsp:nvSpPr>
      <dsp:spPr>
        <a:xfrm>
          <a:off x="955688" y="1984406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23</a:t>
          </a:r>
        </a:p>
      </dsp:txBody>
      <dsp:txXfrm>
        <a:off x="962259" y="1990977"/>
        <a:ext cx="222823" cy="121468"/>
      </dsp:txXfrm>
    </dsp:sp>
    <dsp:sp modelId="{21A7A6A5-C6D1-4211-8A8E-22C0ECD96F49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9711" y="1918711"/>
              </a:moveTo>
              <a:arcTo wR="1663390" hR="1663390" stAng="10270231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1A4C05-42A7-4815-BBC2-046FF52DA966}">
      <dsp:nvSpPr>
        <dsp:cNvPr id="0" name=""/>
        <dsp:cNvSpPr/>
      </dsp:nvSpPr>
      <dsp:spPr>
        <a:xfrm>
          <a:off x="923726" y="165989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24</a:t>
          </a:r>
        </a:p>
      </dsp:txBody>
      <dsp:txXfrm>
        <a:off x="930297" y="1666465"/>
        <a:ext cx="222823" cy="121468"/>
      </dsp:txXfrm>
    </dsp:sp>
    <dsp:sp modelId="{F56FC7F1-C52A-48DE-AD95-4D744553B23F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440" y="1594179"/>
              </a:moveTo>
              <a:arcTo wR="1663390" hR="1663390" stAng="10943082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84676-4902-4A78-9386-9F053440A259}">
      <dsp:nvSpPr>
        <dsp:cNvPr id="0" name=""/>
        <dsp:cNvSpPr/>
      </dsp:nvSpPr>
      <dsp:spPr>
        <a:xfrm>
          <a:off x="955688" y="133538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25</a:t>
          </a:r>
        </a:p>
      </dsp:txBody>
      <dsp:txXfrm>
        <a:off x="962259" y="1341954"/>
        <a:ext cx="222823" cy="121468"/>
      </dsp:txXfrm>
    </dsp:sp>
    <dsp:sp modelId="{D6FF76DD-C30F-4EB0-8FCF-74271CBF245A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47242" y="1269772"/>
              </a:moveTo>
              <a:arcTo wR="1663390" hR="1663390" stAng="11621284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CD61F-322C-4EEA-85CC-48F3CC9DA29B}">
      <dsp:nvSpPr>
        <dsp:cNvPr id="0" name=""/>
        <dsp:cNvSpPr/>
      </dsp:nvSpPr>
      <dsp:spPr>
        <a:xfrm>
          <a:off x="1050344" y="102334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26</a:t>
          </a:r>
        </a:p>
      </dsp:txBody>
      <dsp:txXfrm>
        <a:off x="1056915" y="1029913"/>
        <a:ext cx="222823" cy="121468"/>
      </dsp:txXfrm>
    </dsp:sp>
    <dsp:sp modelId="{F9A0D072-B17C-43D0-9A88-104CAF700717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56990" y="957963"/>
              </a:moveTo>
              <a:arcTo wR="1663390" hR="1663390" stAng="12305584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BE2733-5EA3-4FB9-B572-1CE18B1FAD50}">
      <dsp:nvSpPr>
        <dsp:cNvPr id="0" name=""/>
        <dsp:cNvSpPr/>
      </dsp:nvSpPr>
      <dsp:spPr>
        <a:xfrm>
          <a:off x="1204058" y="73576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27</a:t>
          </a:r>
        </a:p>
      </dsp:txBody>
      <dsp:txXfrm>
        <a:off x="1210629" y="742335"/>
        <a:ext cx="222823" cy="121468"/>
      </dsp:txXfrm>
    </dsp:sp>
    <dsp:sp modelId="{7F89DABF-7369-48F0-8963-A2942746E85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28658" y="670738"/>
              </a:moveTo>
              <a:arcTo wR="1663390" hR="1663390" stAng="12998310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308359-DDF9-4556-B21D-E2264F4EE573}">
      <dsp:nvSpPr>
        <dsp:cNvPr id="0" name=""/>
        <dsp:cNvSpPr/>
      </dsp:nvSpPr>
      <dsp:spPr>
        <a:xfrm>
          <a:off x="1410922" y="483699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28</a:t>
          </a:r>
        </a:p>
      </dsp:txBody>
      <dsp:txXfrm>
        <a:off x="1417493" y="490270"/>
        <a:ext cx="222823" cy="121468"/>
      </dsp:txXfrm>
    </dsp:sp>
    <dsp:sp modelId="{81F2DA4D-EFC8-4AA8-9C5F-683BBAC275F5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559440" y="419139"/>
              </a:moveTo>
              <a:arcTo wR="1663390" hR="1663390" stAng="13705155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C4915E-252C-49E2-84A8-90A6E8385642}">
      <dsp:nvSpPr>
        <dsp:cNvPr id="0" name=""/>
        <dsp:cNvSpPr/>
      </dsp:nvSpPr>
      <dsp:spPr>
        <a:xfrm>
          <a:off x="1662986" y="27683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29</a:t>
          </a:r>
        </a:p>
      </dsp:txBody>
      <dsp:txXfrm>
        <a:off x="1669557" y="283406"/>
        <a:ext cx="222823" cy="121468"/>
      </dsp:txXfrm>
    </dsp:sp>
    <dsp:sp modelId="{10B85967-A5CA-441C-B74B-8FD7919CBCC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849543" y="212694"/>
              </a:moveTo>
              <a:arcTo wR="1663390" hR="1663390" stAng="14442442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24F2BE-3492-48DF-BEB0-18E86EC3383D}">
      <dsp:nvSpPr>
        <dsp:cNvPr id="0" name=""/>
        <dsp:cNvSpPr/>
      </dsp:nvSpPr>
      <dsp:spPr>
        <a:xfrm>
          <a:off x="1950565" y="12312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30</a:t>
          </a:r>
        </a:p>
      </dsp:txBody>
      <dsp:txXfrm>
        <a:off x="1957136" y="129693"/>
        <a:ext cx="222823" cy="121468"/>
      </dsp:txXfrm>
    </dsp:sp>
    <dsp:sp modelId="{D385CF75-2DC0-41B5-94A8-CB366CF3094B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145576" y="82651"/>
              </a:moveTo>
              <a:arcTo wR="1663390" hR="1663390" stAng="15111743" swAng="160963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B42BA-B449-428B-A7CE-2DFEE7DEF4F0}">
      <dsp:nvSpPr>
        <dsp:cNvPr id="0" name=""/>
        <dsp:cNvSpPr/>
      </dsp:nvSpPr>
      <dsp:spPr>
        <a:xfrm>
          <a:off x="2262605" y="2846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31</a:t>
          </a:r>
        </a:p>
      </dsp:txBody>
      <dsp:txXfrm>
        <a:off x="2269176" y="35036"/>
        <a:ext cx="222823" cy="121468"/>
      </dsp:txXfrm>
    </dsp:sp>
    <dsp:sp modelId="{5CFB3FD2-2DF6-4205-823E-F0FEC3D98719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457744" y="12761"/>
              </a:moveTo>
              <a:arcTo wR="1663390" hR="1663390" stAng="15773899" swAng="180221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6FC54-D545-444E-B19E-55F8864057C9}">
      <dsp:nvSpPr>
        <dsp:cNvPr id="0" name=""/>
        <dsp:cNvSpPr/>
      </dsp:nvSpPr>
      <dsp:spPr>
        <a:xfrm>
          <a:off x="2587117" y="-3496"/>
          <a:ext cx="235965" cy="134610"/>
        </a:xfrm>
        <a:prstGeom prst="roundRect">
          <a:avLst/>
        </a:prstGeom>
        <a:solidFill>
          <a:schemeClr val="lt1"/>
        </a:solidFill>
        <a:ln w="317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tx1"/>
              </a:solidFill>
            </a:rPr>
            <a:t>00</a:t>
          </a:r>
        </a:p>
      </dsp:txBody>
      <dsp:txXfrm>
        <a:off x="2593688" y="3075"/>
        <a:ext cx="222823" cy="121468"/>
      </dsp:txXfrm>
    </dsp:sp>
    <dsp:sp modelId="{990317AE-40E7-4E24-A709-5C1E3D7DF428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782260" y="4252"/>
              </a:moveTo>
              <a:arcTo wR="1663390" hR="1663390" stAng="16445880" swAng="18022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74DD1F-BEEA-4E1C-A32C-B77C043FA489}">
      <dsp:nvSpPr>
        <dsp:cNvPr id="0" name=""/>
        <dsp:cNvSpPr/>
      </dsp:nvSpPr>
      <dsp:spPr>
        <a:xfrm>
          <a:off x="2911628" y="28465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01</a:t>
          </a:r>
        </a:p>
      </dsp:txBody>
      <dsp:txXfrm>
        <a:off x="2918199" y="35036"/>
        <a:ext cx="222823" cy="121468"/>
      </dsp:txXfrm>
    </dsp:sp>
    <dsp:sp modelId="{53232857-986B-4378-8600-83D67A96D1F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106650" y="60147"/>
              </a:moveTo>
              <a:arcTo wR="1663390" hR="1663390" stAng="17127294" swAng="16096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9BDE4E-122F-4949-877A-51460124312E}">
      <dsp:nvSpPr>
        <dsp:cNvPr id="0" name=""/>
        <dsp:cNvSpPr/>
      </dsp:nvSpPr>
      <dsp:spPr>
        <a:xfrm>
          <a:off x="3223669" y="12312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02</a:t>
          </a:r>
        </a:p>
      </dsp:txBody>
      <dsp:txXfrm>
        <a:off x="3230240" y="129693"/>
        <a:ext cx="222823" cy="121468"/>
      </dsp:txXfrm>
    </dsp:sp>
    <dsp:sp modelId="{C1FBA839-DD16-4EA3-AA23-4F09E108C25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418530" y="181286"/>
              </a:moveTo>
              <a:arcTo wR="1663390" hR="1663390" stAng="17819946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D8252C-7210-4124-986D-C5A27EC7BB38}">
      <dsp:nvSpPr>
        <dsp:cNvPr id="0" name=""/>
        <dsp:cNvSpPr/>
      </dsp:nvSpPr>
      <dsp:spPr>
        <a:xfrm>
          <a:off x="3511247" y="27683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03</a:t>
          </a:r>
        </a:p>
      </dsp:txBody>
      <dsp:txXfrm>
        <a:off x="3517818" y="283406"/>
        <a:ext cx="222823" cy="121468"/>
      </dsp:txXfrm>
    </dsp:sp>
    <dsp:sp modelId="{9A5BE75C-4E4D-435D-8920-9E32832F465D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681960" y="348329"/>
              </a:moveTo>
              <a:arcTo wR="1663390" hR="1663390" stAng="18465556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13AD56-109D-4571-A0B0-1181C7025370}">
      <dsp:nvSpPr>
        <dsp:cNvPr id="0" name=""/>
        <dsp:cNvSpPr/>
      </dsp:nvSpPr>
      <dsp:spPr>
        <a:xfrm>
          <a:off x="3763312" y="483699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04</a:t>
          </a:r>
        </a:p>
      </dsp:txBody>
      <dsp:txXfrm>
        <a:off x="3769883" y="490270"/>
        <a:ext cx="222823" cy="121468"/>
      </dsp:txXfrm>
    </dsp:sp>
    <dsp:sp modelId="{3E6F2280-A61F-493F-991B-F51BCDF1101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904252" y="555631"/>
              </a:moveTo>
              <a:arcTo wR="1663390" hR="1663390" stAng="19094617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E1629B-81D1-410E-AE41-A68200AAD38A}">
      <dsp:nvSpPr>
        <dsp:cNvPr id="0" name=""/>
        <dsp:cNvSpPr/>
      </dsp:nvSpPr>
      <dsp:spPr>
        <a:xfrm>
          <a:off x="3970176" y="73576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05</a:t>
          </a:r>
        </a:p>
      </dsp:txBody>
      <dsp:txXfrm>
        <a:off x="3976747" y="742335"/>
        <a:ext cx="222823" cy="121468"/>
      </dsp:txXfrm>
    </dsp:sp>
    <dsp:sp modelId="{896B2AF0-997F-4A3D-95E9-687AEE393215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090017" y="808051"/>
              </a:moveTo>
              <a:arcTo wR="1663390" hR="1663390" stAng="19743302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1FB21-3AAD-464F-AB4E-68130F6D9956}">
      <dsp:nvSpPr>
        <dsp:cNvPr id="0" name=""/>
        <dsp:cNvSpPr/>
      </dsp:nvSpPr>
      <dsp:spPr>
        <a:xfrm>
          <a:off x="4123890" y="102334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06</a:t>
          </a:r>
        </a:p>
      </dsp:txBody>
      <dsp:txXfrm>
        <a:off x="4130461" y="1029913"/>
        <a:ext cx="222823" cy="121468"/>
      </dsp:txXfrm>
    </dsp:sp>
    <dsp:sp modelId="{36A25B59-0286-4766-AF4A-4AD99255FB9A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226978" y="1095885"/>
              </a:moveTo>
              <a:arcTo wR="1663390" hR="1663390" stAng="20403097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BAFEA8-38A7-4839-A196-E833865FEC3E}">
      <dsp:nvSpPr>
        <dsp:cNvPr id="0" name=""/>
        <dsp:cNvSpPr/>
      </dsp:nvSpPr>
      <dsp:spPr>
        <a:xfrm>
          <a:off x="4218546" y="133538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07</a:t>
          </a:r>
        </a:p>
      </dsp:txBody>
      <dsp:txXfrm>
        <a:off x="4225117" y="1341954"/>
        <a:ext cx="222823" cy="121468"/>
      </dsp:txXfrm>
    </dsp:sp>
    <dsp:sp modelId="{A95F9BD2-8E6C-4D20-A2D9-24C989631FA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307069" y="1408069"/>
              </a:moveTo>
              <a:arcTo wR="1663390" hR="1663390" stAng="21070231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BC8B2-A072-489D-B135-4F76C90ABB73}">
      <dsp:nvSpPr>
        <dsp:cNvPr id="0" name=""/>
        <dsp:cNvSpPr/>
      </dsp:nvSpPr>
      <dsp:spPr>
        <a:xfrm>
          <a:off x="4250508" y="165989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08</a:t>
          </a:r>
        </a:p>
      </dsp:txBody>
      <dsp:txXfrm>
        <a:off x="4257079" y="1666465"/>
        <a:ext cx="222823" cy="121468"/>
      </dsp:txXfrm>
    </dsp:sp>
    <dsp:sp modelId="{BBF115A0-E49F-481D-B9B9-7781A7700C68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325341" y="1732602"/>
              </a:moveTo>
              <a:arcTo wR="1663390" hR="1663390" stAng="143082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377A35-5C63-4153-A1CA-D07A81FEBED6}">
      <dsp:nvSpPr>
        <dsp:cNvPr id="0" name=""/>
        <dsp:cNvSpPr/>
      </dsp:nvSpPr>
      <dsp:spPr>
        <a:xfrm>
          <a:off x="4218546" y="1984406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09</a:t>
          </a:r>
        </a:p>
      </dsp:txBody>
      <dsp:txXfrm>
        <a:off x="4225117" y="1990977"/>
        <a:ext cx="222823" cy="121468"/>
      </dsp:txXfrm>
    </dsp:sp>
    <dsp:sp modelId="{C75F3799-6FE1-44D4-94E5-D0323DD9642D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279538" y="2057008"/>
              </a:moveTo>
              <a:arcTo wR="1663390" hR="1663390" stAng="821284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A3DEE4-4C37-414B-A20E-469C72FF631D}">
      <dsp:nvSpPr>
        <dsp:cNvPr id="0" name=""/>
        <dsp:cNvSpPr/>
      </dsp:nvSpPr>
      <dsp:spPr>
        <a:xfrm>
          <a:off x="4123890" y="2296446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10</a:t>
          </a:r>
        </a:p>
      </dsp:txBody>
      <dsp:txXfrm>
        <a:off x="4130461" y="2303017"/>
        <a:ext cx="222823" cy="121468"/>
      </dsp:txXfrm>
    </dsp:sp>
    <dsp:sp modelId="{39826E2A-859D-4D09-B02A-05287C251E7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169791" y="2368817"/>
              </a:moveTo>
              <a:arcTo wR="1663390" hR="1663390" stAng="1505584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270A1-9056-4B9A-B0BC-2D3B1299FC58}">
      <dsp:nvSpPr>
        <dsp:cNvPr id="0" name=""/>
        <dsp:cNvSpPr/>
      </dsp:nvSpPr>
      <dsp:spPr>
        <a:xfrm>
          <a:off x="3970176" y="2584025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11</a:t>
          </a:r>
        </a:p>
      </dsp:txBody>
      <dsp:txXfrm>
        <a:off x="3976747" y="2590596"/>
        <a:ext cx="222823" cy="121468"/>
      </dsp:txXfrm>
    </dsp:sp>
    <dsp:sp modelId="{0186EB4D-19E9-40A6-9853-FE75E1F1C601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998123" y="2656042"/>
              </a:moveTo>
              <a:arcTo wR="1663390" hR="1663390" stAng="2198310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415271-4602-49BD-8F77-B2554532B0A0}">
      <dsp:nvSpPr>
        <dsp:cNvPr id="0" name=""/>
        <dsp:cNvSpPr/>
      </dsp:nvSpPr>
      <dsp:spPr>
        <a:xfrm>
          <a:off x="3763312" y="2836089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12</a:t>
          </a:r>
        </a:p>
      </dsp:txBody>
      <dsp:txXfrm>
        <a:off x="3769883" y="2842660"/>
        <a:ext cx="222823" cy="121468"/>
      </dsp:txXfrm>
    </dsp:sp>
    <dsp:sp modelId="{0CA37BE1-2CF9-468E-BFF7-47A995E3BB08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767341" y="2907642"/>
              </a:moveTo>
              <a:arcTo wR="1663390" hR="1663390" stAng="2905155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0433AE-724D-434E-B55F-F8FBA5E6691B}">
      <dsp:nvSpPr>
        <dsp:cNvPr id="0" name=""/>
        <dsp:cNvSpPr/>
      </dsp:nvSpPr>
      <dsp:spPr>
        <a:xfrm>
          <a:off x="3511247" y="304295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13</a:t>
          </a:r>
        </a:p>
      </dsp:txBody>
      <dsp:txXfrm>
        <a:off x="3517818" y="3049524"/>
        <a:ext cx="222823" cy="121468"/>
      </dsp:txXfrm>
    </dsp:sp>
    <dsp:sp modelId="{6361BE26-1613-4254-AAB5-23BC794B38F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477238" y="3114087"/>
              </a:moveTo>
              <a:arcTo wR="1663390" hR="1663390" stAng="3642442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C04093-B402-44E4-A02F-D9D20B3CFE9D}">
      <dsp:nvSpPr>
        <dsp:cNvPr id="0" name=""/>
        <dsp:cNvSpPr/>
      </dsp:nvSpPr>
      <dsp:spPr>
        <a:xfrm>
          <a:off x="3223669" y="3196667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14</a:t>
          </a:r>
        </a:p>
      </dsp:txBody>
      <dsp:txXfrm>
        <a:off x="3230240" y="3203238"/>
        <a:ext cx="222823" cy="121468"/>
      </dsp:txXfrm>
    </dsp:sp>
    <dsp:sp modelId="{76F78CE6-90C8-4B35-9F7E-1F5EB9B22151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181205" y="3244130"/>
              </a:moveTo>
              <a:arcTo wR="1663390" hR="1663390" stAng="4311743" swAng="16096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8D29F1-B27A-4177-81E5-AC40E22B797C}">
      <dsp:nvSpPr>
        <dsp:cNvPr id="0" name=""/>
        <dsp:cNvSpPr/>
      </dsp:nvSpPr>
      <dsp:spPr>
        <a:xfrm>
          <a:off x="2911628" y="329132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15</a:t>
          </a:r>
        </a:p>
      </dsp:txBody>
      <dsp:txXfrm>
        <a:off x="2918199" y="3297895"/>
        <a:ext cx="222823" cy="121468"/>
      </dsp:txXfrm>
    </dsp:sp>
    <dsp:sp modelId="{B309ED74-66A5-480C-86D1-D4E840F406A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869036" y="3314020"/>
              </a:moveTo>
              <a:arcTo wR="1663390" hR="1663390" stAng="4973899" swAng="18022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FE6595-7230-483C-9D32-BFCA9CE92D85}">
      <dsp:nvSpPr>
        <dsp:cNvPr id="0" name=""/>
        <dsp:cNvSpPr/>
      </dsp:nvSpPr>
      <dsp:spPr>
        <a:xfrm>
          <a:off x="2587117" y="332328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16</a:t>
          </a:r>
        </a:p>
      </dsp:txBody>
      <dsp:txXfrm>
        <a:off x="2593688" y="3329856"/>
        <a:ext cx="222823" cy="121468"/>
      </dsp:txXfrm>
    </dsp:sp>
    <dsp:sp modelId="{F136BB06-5C60-4B50-98D8-C6FCDB3F7F8E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544520" y="3322528"/>
              </a:moveTo>
              <a:arcTo wR="1663390" hR="1663390" stAng="5645880" swAng="180221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C1B40C-A928-4D28-85BB-5E0283FC2F77}">
      <dsp:nvSpPr>
        <dsp:cNvPr id="0" name=""/>
        <dsp:cNvSpPr/>
      </dsp:nvSpPr>
      <dsp:spPr>
        <a:xfrm>
          <a:off x="2262605" y="329132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17</a:t>
          </a:r>
        </a:p>
      </dsp:txBody>
      <dsp:txXfrm>
        <a:off x="2269176" y="3297895"/>
        <a:ext cx="222823" cy="121468"/>
      </dsp:txXfrm>
    </dsp:sp>
    <dsp:sp modelId="{68E8B125-993D-469E-AA0B-682C870C8CE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220130" y="3266634"/>
              </a:moveTo>
              <a:arcTo wR="1663390" hR="1663390" stAng="6327294" swAng="16096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DD2792-6893-42FB-A020-33C72A283A6C}">
      <dsp:nvSpPr>
        <dsp:cNvPr id="0" name=""/>
        <dsp:cNvSpPr/>
      </dsp:nvSpPr>
      <dsp:spPr>
        <a:xfrm>
          <a:off x="1950565" y="3196667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18</a:t>
          </a:r>
        </a:p>
      </dsp:txBody>
      <dsp:txXfrm>
        <a:off x="1957136" y="3203238"/>
        <a:ext cx="222823" cy="121468"/>
      </dsp:txXfrm>
    </dsp:sp>
    <dsp:sp modelId="{B9DC5B5E-81C6-4A00-AD4E-BE0007B91F2F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908250" y="3145494"/>
              </a:moveTo>
              <a:arcTo wR="1663390" hR="1663390" stAng="7019946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352E1F-0C68-49D5-B0E2-54376D4F934A}">
      <dsp:nvSpPr>
        <dsp:cNvPr id="0" name=""/>
        <dsp:cNvSpPr/>
      </dsp:nvSpPr>
      <dsp:spPr>
        <a:xfrm>
          <a:off x="1662986" y="304295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19</a:t>
          </a:r>
        </a:p>
      </dsp:txBody>
      <dsp:txXfrm>
        <a:off x="1669557" y="3049524"/>
        <a:ext cx="222823" cy="121468"/>
      </dsp:txXfrm>
    </dsp:sp>
    <dsp:sp modelId="{F4BCE455-286B-4204-B5F1-B8A634EE86AA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644821" y="2978451"/>
              </a:moveTo>
              <a:arcTo wR="1663390" hR="1663390" stAng="7665556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8ECE81-A2B2-47AC-8CB7-A602A09D7084}">
      <dsp:nvSpPr>
        <dsp:cNvPr id="0" name=""/>
        <dsp:cNvSpPr/>
      </dsp:nvSpPr>
      <dsp:spPr>
        <a:xfrm>
          <a:off x="1410922" y="2836089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20</a:t>
          </a:r>
        </a:p>
      </dsp:txBody>
      <dsp:txXfrm>
        <a:off x="1417493" y="2842660"/>
        <a:ext cx="222823" cy="121468"/>
      </dsp:txXfrm>
    </dsp:sp>
    <dsp:sp modelId="{E5C3F0BA-DB69-495D-9DEA-D13C90EA363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422529" y="2771150"/>
              </a:moveTo>
              <a:arcTo wR="1663390" hR="1663390" stAng="8294617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DDAB27-C0DF-44FA-802A-67BF1D0F81B4}">
      <dsp:nvSpPr>
        <dsp:cNvPr id="0" name=""/>
        <dsp:cNvSpPr/>
      </dsp:nvSpPr>
      <dsp:spPr>
        <a:xfrm>
          <a:off x="1204058" y="2584025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21</a:t>
          </a:r>
        </a:p>
      </dsp:txBody>
      <dsp:txXfrm>
        <a:off x="1210629" y="2590596"/>
        <a:ext cx="222823" cy="121468"/>
      </dsp:txXfrm>
    </dsp:sp>
    <dsp:sp modelId="{4564EECB-4F9B-4DE6-A4A8-79CB80D711F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236764" y="2518730"/>
              </a:moveTo>
              <a:arcTo wR="1663390" hR="1663390" stAng="8943302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B2F824-C131-4F6E-BF3B-11B8D84C3259}">
      <dsp:nvSpPr>
        <dsp:cNvPr id="0" name=""/>
        <dsp:cNvSpPr/>
      </dsp:nvSpPr>
      <dsp:spPr>
        <a:xfrm>
          <a:off x="1050344" y="2296446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22</a:t>
          </a:r>
        </a:p>
      </dsp:txBody>
      <dsp:txXfrm>
        <a:off x="1056915" y="2303017"/>
        <a:ext cx="222823" cy="121468"/>
      </dsp:txXfrm>
    </dsp:sp>
    <dsp:sp modelId="{F221C969-D840-4207-AD08-C8DF473E761E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99802" y="2230895"/>
              </a:moveTo>
              <a:arcTo wR="1663390" hR="1663390" stAng="9603097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CF3D4C-32A1-4968-B438-404BD7D6114A}">
      <dsp:nvSpPr>
        <dsp:cNvPr id="0" name=""/>
        <dsp:cNvSpPr/>
      </dsp:nvSpPr>
      <dsp:spPr>
        <a:xfrm>
          <a:off x="955688" y="1984406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23</a:t>
          </a:r>
        </a:p>
      </dsp:txBody>
      <dsp:txXfrm>
        <a:off x="962259" y="1990977"/>
        <a:ext cx="222823" cy="121468"/>
      </dsp:txXfrm>
    </dsp:sp>
    <dsp:sp modelId="{21A7A6A5-C6D1-4211-8A8E-22C0ECD96F49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9711" y="1918711"/>
              </a:moveTo>
              <a:arcTo wR="1663390" hR="1663390" stAng="10270231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1A4C05-42A7-4815-BBC2-046FF52DA966}">
      <dsp:nvSpPr>
        <dsp:cNvPr id="0" name=""/>
        <dsp:cNvSpPr/>
      </dsp:nvSpPr>
      <dsp:spPr>
        <a:xfrm>
          <a:off x="923726" y="165989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24</a:t>
          </a:r>
        </a:p>
      </dsp:txBody>
      <dsp:txXfrm>
        <a:off x="930297" y="1666465"/>
        <a:ext cx="222823" cy="121468"/>
      </dsp:txXfrm>
    </dsp:sp>
    <dsp:sp modelId="{F56FC7F1-C52A-48DE-AD95-4D744553B23F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440" y="1594179"/>
              </a:moveTo>
              <a:arcTo wR="1663390" hR="1663390" stAng="10943082" swAng="386687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C84676-4902-4A78-9386-9F053440A259}">
      <dsp:nvSpPr>
        <dsp:cNvPr id="0" name=""/>
        <dsp:cNvSpPr/>
      </dsp:nvSpPr>
      <dsp:spPr>
        <a:xfrm>
          <a:off x="955688" y="1335383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25</a:t>
          </a:r>
        </a:p>
      </dsp:txBody>
      <dsp:txXfrm>
        <a:off x="962259" y="1341954"/>
        <a:ext cx="222823" cy="121468"/>
      </dsp:txXfrm>
    </dsp:sp>
    <dsp:sp modelId="{D6FF76DD-C30F-4EB0-8FCF-74271CBF245A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47242" y="1269772"/>
              </a:moveTo>
              <a:arcTo wR="1663390" hR="1663390" stAng="11621284" swAng="375619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CD61F-322C-4EEA-85CC-48F3CC9DA29B}">
      <dsp:nvSpPr>
        <dsp:cNvPr id="0" name=""/>
        <dsp:cNvSpPr/>
      </dsp:nvSpPr>
      <dsp:spPr>
        <a:xfrm>
          <a:off x="1050344" y="102334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26</a:t>
          </a:r>
        </a:p>
      </dsp:txBody>
      <dsp:txXfrm>
        <a:off x="1056915" y="1029913"/>
        <a:ext cx="222823" cy="121468"/>
      </dsp:txXfrm>
    </dsp:sp>
    <dsp:sp modelId="{F9A0D072-B17C-43D0-9A88-104CAF700717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56990" y="957963"/>
              </a:moveTo>
              <a:arcTo wR="1663390" hR="1663390" stAng="12305584" swAng="351114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BE2733-5EA3-4FB9-B572-1CE18B1FAD50}">
      <dsp:nvSpPr>
        <dsp:cNvPr id="0" name=""/>
        <dsp:cNvSpPr/>
      </dsp:nvSpPr>
      <dsp:spPr>
        <a:xfrm>
          <a:off x="1204058" y="735764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27</a:t>
          </a:r>
        </a:p>
      </dsp:txBody>
      <dsp:txXfrm>
        <a:off x="1210629" y="742335"/>
        <a:ext cx="222823" cy="121468"/>
      </dsp:txXfrm>
    </dsp:sp>
    <dsp:sp modelId="{7F89DABF-7369-48F0-8963-A2942746E850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328658" y="670738"/>
              </a:moveTo>
              <a:arcTo wR="1663390" hR="1663390" stAng="12998310" swAng="307072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308359-DDF9-4556-B21D-E2264F4EE573}">
      <dsp:nvSpPr>
        <dsp:cNvPr id="0" name=""/>
        <dsp:cNvSpPr/>
      </dsp:nvSpPr>
      <dsp:spPr>
        <a:xfrm>
          <a:off x="1410922" y="483699"/>
          <a:ext cx="235965" cy="134610"/>
        </a:xfrm>
        <a:prstGeom prst="roundRect">
          <a:avLst/>
        </a:prstGeom>
        <a:solidFill>
          <a:schemeClr val="accent4"/>
        </a:solidFill>
        <a:ln w="25400" cap="flat" cmpd="sng" algn="ctr">
          <a:solidFill>
            <a:schemeClr val="accent4">
              <a:shade val="50000"/>
            </a:schemeClr>
          </a:solidFill>
          <a:prstDash val="solid"/>
        </a:ln>
        <a:effectLst/>
      </dsp:spPr>
      <dsp:style>
        <a:lnRef idx="2">
          <a:schemeClr val="accent4">
            <a:shade val="50000"/>
          </a:schemeClr>
        </a:lnRef>
        <a:fillRef idx="1">
          <a:schemeClr val="accent4"/>
        </a:fillRef>
        <a:effectRef idx="0">
          <a:schemeClr val="accent4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rgbClr val="FFFFFF"/>
              </a:solidFill>
            </a:rPr>
            <a:t>28</a:t>
          </a:r>
        </a:p>
      </dsp:txBody>
      <dsp:txXfrm>
        <a:off x="1417493" y="490270"/>
        <a:ext cx="222823" cy="121468"/>
      </dsp:txXfrm>
    </dsp:sp>
    <dsp:sp modelId="{81F2DA4D-EFC8-4AA8-9C5F-683BBAC275F5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559440" y="419139"/>
              </a:moveTo>
              <a:arcTo wR="1663390" hR="1663390" stAng="13705155" swAng="229288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C4915E-252C-49E2-84A8-90A6E8385642}">
      <dsp:nvSpPr>
        <dsp:cNvPr id="0" name=""/>
        <dsp:cNvSpPr/>
      </dsp:nvSpPr>
      <dsp:spPr>
        <a:xfrm>
          <a:off x="1662986" y="27683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29</a:t>
          </a:r>
        </a:p>
      </dsp:txBody>
      <dsp:txXfrm>
        <a:off x="1669557" y="283406"/>
        <a:ext cx="222823" cy="121468"/>
      </dsp:txXfrm>
    </dsp:sp>
    <dsp:sp modelId="{10B85967-A5CA-441C-B74B-8FD7919CBCCC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849543" y="212694"/>
              </a:moveTo>
              <a:arcTo wR="1663390" hR="1663390" stAng="14442442" swAng="137613"/>
            </a:path>
          </a:pathLst>
        </a:custGeom>
        <a:noFill/>
        <a:ln w="3175" cap="flat" cmpd="sng" algn="ctr">
          <a:solidFill>
            <a:scrgbClr r="0" g="0" b="0">
              <a:shade val="95000"/>
              <a:satMod val="105000"/>
            </a:scrgb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24F2BE-3492-48DF-BEB0-18E86EC3383D}">
      <dsp:nvSpPr>
        <dsp:cNvPr id="0" name=""/>
        <dsp:cNvSpPr/>
      </dsp:nvSpPr>
      <dsp:spPr>
        <a:xfrm>
          <a:off x="1950565" y="123122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30</a:t>
          </a:r>
        </a:p>
      </dsp:txBody>
      <dsp:txXfrm>
        <a:off x="1957136" y="129693"/>
        <a:ext cx="222823" cy="121468"/>
      </dsp:txXfrm>
    </dsp:sp>
    <dsp:sp modelId="{D385CF75-2DC0-41B5-94A8-CB366CF3094B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145576" y="82651"/>
              </a:moveTo>
              <a:arcTo wR="1663390" hR="1663390" stAng="15111743" swAng="160963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B42BA-B449-428B-A7CE-2DFEE7DEF4F0}">
      <dsp:nvSpPr>
        <dsp:cNvPr id="0" name=""/>
        <dsp:cNvSpPr/>
      </dsp:nvSpPr>
      <dsp:spPr>
        <a:xfrm>
          <a:off x="2262605" y="28465"/>
          <a:ext cx="235965" cy="13461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175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31</a:t>
          </a:r>
        </a:p>
      </dsp:txBody>
      <dsp:txXfrm>
        <a:off x="2269176" y="35036"/>
        <a:ext cx="222823" cy="121468"/>
      </dsp:txXfrm>
    </dsp:sp>
    <dsp:sp modelId="{5CFB3FD2-2DF6-4205-823E-F0FEC3D98719}">
      <dsp:nvSpPr>
        <dsp:cNvPr id="0" name=""/>
        <dsp:cNvSpPr/>
      </dsp:nvSpPr>
      <dsp:spPr>
        <a:xfrm>
          <a:off x="1041709" y="63809"/>
          <a:ext cx="3326781" cy="3326781"/>
        </a:xfrm>
        <a:custGeom>
          <a:avLst/>
          <a:gdLst/>
          <a:ahLst/>
          <a:cxnLst/>
          <a:rect l="0" t="0" r="0" b="0"/>
          <a:pathLst>
            <a:path>
              <a:moveTo>
                <a:pt x="1457744" y="12761"/>
              </a:moveTo>
              <a:arcTo wR="1663390" hR="1663390" stAng="15773899" swAng="180221"/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3E131-4696-4313-87A7-8D02400B6202}">
      <dsp:nvSpPr>
        <dsp:cNvPr id="0" name=""/>
        <dsp:cNvSpPr/>
      </dsp:nvSpPr>
      <dsp:spPr>
        <a:xfrm rot="5400000">
          <a:off x="-247798" y="249366"/>
          <a:ext cx="1651992" cy="115639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Global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Layer</a:t>
          </a:r>
        </a:p>
      </dsp:txBody>
      <dsp:txXfrm rot="-5400000">
        <a:off x="1" y="579764"/>
        <a:ext cx="1156394" cy="495598"/>
      </dsp:txXfrm>
    </dsp:sp>
    <dsp:sp modelId="{C0F4597B-F5AD-477A-81E2-EFF79A85BAC6}">
      <dsp:nvSpPr>
        <dsp:cNvPr id="0" name=""/>
        <dsp:cNvSpPr/>
      </dsp:nvSpPr>
      <dsp:spPr>
        <a:xfrm rot="5400000">
          <a:off x="4232299" y="-3074337"/>
          <a:ext cx="1073794" cy="72256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Consists of high-level directory nodes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Directory nodes are jointly managed by different administrations</a:t>
          </a:r>
        </a:p>
      </dsp:txBody>
      <dsp:txXfrm rot="-5400000">
        <a:off x="1156394" y="53986"/>
        <a:ext cx="7173187" cy="968958"/>
      </dsp:txXfrm>
    </dsp:sp>
    <dsp:sp modelId="{2E61DE1D-346E-4974-B12C-721BFBDAE2A7}">
      <dsp:nvSpPr>
        <dsp:cNvPr id="0" name=""/>
        <dsp:cNvSpPr/>
      </dsp:nvSpPr>
      <dsp:spPr>
        <a:xfrm rot="5400000">
          <a:off x="-247798" y="1707802"/>
          <a:ext cx="1651992" cy="115639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Administrational Layer</a:t>
          </a:r>
        </a:p>
      </dsp:txBody>
      <dsp:txXfrm rot="-5400000">
        <a:off x="1" y="2038200"/>
        <a:ext cx="1156394" cy="495598"/>
      </dsp:txXfrm>
    </dsp:sp>
    <dsp:sp modelId="{1FF5DAFC-94CB-4036-9B39-0489D69D0C95}">
      <dsp:nvSpPr>
        <dsp:cNvPr id="0" name=""/>
        <dsp:cNvSpPr/>
      </dsp:nvSpPr>
      <dsp:spPr>
        <a:xfrm rot="5400000">
          <a:off x="4232299" y="-1615901"/>
          <a:ext cx="1073794" cy="72256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Contains mid-level directory nodes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Directory nodes grouped together in such a way that each group is managed by an administration</a:t>
          </a:r>
        </a:p>
      </dsp:txBody>
      <dsp:txXfrm rot="-5400000">
        <a:off x="1156394" y="1512422"/>
        <a:ext cx="7173187" cy="968958"/>
      </dsp:txXfrm>
    </dsp:sp>
    <dsp:sp modelId="{CE25B61E-001B-4877-B498-94B926318922}">
      <dsp:nvSpPr>
        <dsp:cNvPr id="0" name=""/>
        <dsp:cNvSpPr/>
      </dsp:nvSpPr>
      <dsp:spPr>
        <a:xfrm rot="5400000">
          <a:off x="-247798" y="3166238"/>
          <a:ext cx="1651992" cy="1156394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Managerial Layer</a:t>
          </a:r>
        </a:p>
      </dsp:txBody>
      <dsp:txXfrm rot="-5400000">
        <a:off x="1" y="3496636"/>
        <a:ext cx="1156394" cy="495598"/>
      </dsp:txXfrm>
    </dsp:sp>
    <dsp:sp modelId="{A355E63E-796D-4ADE-ADFD-FC354D1A435B}">
      <dsp:nvSpPr>
        <dsp:cNvPr id="0" name=""/>
        <dsp:cNvSpPr/>
      </dsp:nvSpPr>
      <dsp:spPr>
        <a:xfrm rot="5400000">
          <a:off x="4232299" y="-157465"/>
          <a:ext cx="1073794" cy="72256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Contains low-level directory nodes within a single administration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The main issue is to efficiently map directory nodes to local name servers</a:t>
          </a:r>
        </a:p>
      </dsp:txBody>
      <dsp:txXfrm rot="-5400000">
        <a:off x="1156394" y="2970858"/>
        <a:ext cx="7173187" cy="968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05482" y="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2E606-1F41-4405-A07E-86133B2263ED}" type="datetimeFigureOut">
              <a:rPr lang="sv-SE" smtClean="0"/>
              <a:t>2024-09-10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6073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05482" y="936073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6E02C-27E3-493F-9A30-921F8852B36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69360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05482" y="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4AE5D3-46E4-BD40-8B78-552767191260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5350" y="739775"/>
            <a:ext cx="4927600" cy="3695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1830" y="4681220"/>
            <a:ext cx="5374640" cy="44348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6073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05482" y="9360730"/>
            <a:ext cx="2911263" cy="492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0E562-A6C5-EE45-8D9D-DFDB1CB29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05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am Olaf, one of</a:t>
            </a:r>
            <a:r>
              <a:rPr lang="en-US" baseline="0" dirty="0"/>
              <a:t> the Assistant Prof. in Compute Science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/>
              <a:t>Year master course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0E562-A6C5-EE45-8D9D-DFDB1CB2912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49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0E562-A6C5-EE45-8D9D-DFDB1CB291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61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2F34E-7406-EC4E-9ABA-DA4874A8B4A9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258902" y="112249"/>
            <a:ext cx="8626196" cy="434240"/>
            <a:chOff x="324828" y="6272471"/>
            <a:chExt cx="8626196" cy="434240"/>
          </a:xfrm>
        </p:grpSpPr>
        <p:pic>
          <p:nvPicPr>
            <p:cNvPr id="8" name="Bildobjekt 9" descr="Chalmers Univ logo_svart.emf"/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4828" y="6364540"/>
              <a:ext cx="1295400" cy="250102"/>
            </a:xfrm>
            <a:prstGeom prst="rect">
              <a:avLst/>
            </a:prstGeom>
          </p:spPr>
        </p:pic>
        <p:grpSp>
          <p:nvGrpSpPr>
            <p:cNvPr id="9" name="Group 8"/>
            <p:cNvGrpSpPr/>
            <p:nvPr/>
          </p:nvGrpSpPr>
          <p:grpSpPr>
            <a:xfrm>
              <a:off x="5360221" y="6272471"/>
              <a:ext cx="3590803" cy="434240"/>
              <a:chOff x="5360221" y="6272471"/>
              <a:chExt cx="3590803" cy="434240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screen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8548861" y="6272471"/>
                <a:ext cx="402163" cy="434240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  <p:sp>
            <p:nvSpPr>
              <p:cNvPr id="11" name="Text Box 73"/>
              <p:cNvSpPr txBox="1">
                <a:spLocks noChangeArrowheads="1"/>
              </p:cNvSpPr>
              <p:nvPr/>
            </p:nvSpPr>
            <p:spPr bwMode="auto">
              <a:xfrm>
                <a:off x="5360221" y="6377191"/>
                <a:ext cx="3166424" cy="2248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ma14="http://schemas.microsoft.com/office/mac/drawingml/2011/main" xmlns=""/>
                </a:ext>
              </a:extLst>
            </p:spPr>
            <p:txBody>
              <a:bodyPr rot="0" vert="horz" wrap="square" lIns="0" tIns="0" rIns="91440" bIns="0" anchor="t" anchorCtr="0" upright="1">
                <a:noAutofit/>
              </a:bodyPr>
              <a:lstStyle/>
              <a:p>
                <a:pPr algn="r">
                  <a:spcAft>
                    <a:spcPts val="0"/>
                  </a:spcAft>
                </a:pPr>
                <a:r>
                  <a:rPr lang="en-US" sz="1200" dirty="0">
                    <a:solidFill>
                      <a:srgbClr val="000000"/>
                    </a:solidFill>
                    <a:effectLst/>
                    <a:latin typeface="Calibri"/>
                    <a:ea typeface="ＭＳ 明朝"/>
                    <a:cs typeface="Times New Roman"/>
                  </a:rPr>
                  <a:t>Distributed Computing and Systems</a:t>
                </a:r>
                <a:endParaRPr lang="en-US" sz="800" dirty="0">
                  <a:solidFill>
                    <a:srgbClr val="FFFFFF"/>
                  </a:solidFill>
                  <a:effectLst/>
                  <a:latin typeface="Cambria"/>
                  <a:ea typeface="ＭＳ 明朝"/>
                  <a:cs typeface="Times New Roman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0860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2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4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4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02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3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7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0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3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342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14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87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9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6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34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36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0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41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313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275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526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351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65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033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72958-2EE0-424E-B55A-CD2908CF4561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615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DE66-BC87-3E4A-8B8A-D438A7B51C33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1676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5148-DFA5-9A42-9318-0FD718644FC8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0881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7600-F1D6-5346-897E-F2355CFE530B}" type="datetime1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055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1AE05-629A-1E4E-81DE-81A1DD3D3ED3}" type="datetime1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6067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93F11-29F5-9C4D-92B4-764C32E4C626}" type="datetime1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8681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F6EF7-A92C-5744-9F92-7550422F1F01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385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D4F2B-6826-244B-925B-B2C5F5FCD641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04673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EADB6-F91F-924B-A3DD-E18513D688D7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4040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CF301-2EC7-114A-B257-9B17218654D6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7514444" y="6403757"/>
            <a:ext cx="11723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F56562E-8865-0A42-9D13-6B40B6C9CC0B}" type="slidenum">
              <a:rPr lang="en-US"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16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303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3664E-1A0F-C841-B74A-CF821B03B428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5FAC3-38E9-D849-8DC1-E027FD74E9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05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95" r:id="rId3"/>
    <p:sldLayoutId id="2147483694" r:id="rId4"/>
    <p:sldLayoutId id="2147483693" r:id="rId5"/>
    <p:sldLayoutId id="2147483692" r:id="rId6"/>
    <p:sldLayoutId id="2147483691" r:id="rId7"/>
    <p:sldLayoutId id="2147483690" r:id="rId8"/>
    <p:sldLayoutId id="2147483689" r:id="rId9"/>
    <p:sldLayoutId id="2147483688" r:id="rId10"/>
    <p:sldLayoutId id="2147483687" r:id="rId11"/>
    <p:sldLayoutId id="2147483686" r:id="rId12"/>
    <p:sldLayoutId id="2147483685" r:id="rId13"/>
    <p:sldLayoutId id="2147483684" r:id="rId14"/>
    <p:sldLayoutId id="2147483683" r:id="rId15"/>
    <p:sldLayoutId id="2147483682" r:id="rId16"/>
    <p:sldLayoutId id="2147483681" r:id="rId17"/>
    <p:sldLayoutId id="2147483680" r:id="rId18"/>
    <p:sldLayoutId id="2147483679" r:id="rId19"/>
    <p:sldLayoutId id="2147483678" r:id="rId20"/>
    <p:sldLayoutId id="2147483677" r:id="rId21"/>
    <p:sldLayoutId id="2147483676" r:id="rId22"/>
    <p:sldLayoutId id="2147483675" r:id="rId23"/>
    <p:sldLayoutId id="2147483674" r:id="rId24"/>
    <p:sldLayoutId id="2147483673" r:id="rId25"/>
    <p:sldLayoutId id="2147483672" r:id="rId26"/>
    <p:sldLayoutId id="2147483663" r:id="rId27"/>
    <p:sldLayoutId id="2147483664" r:id="rId28"/>
    <p:sldLayoutId id="2147483665" r:id="rId29"/>
    <p:sldLayoutId id="2147483666" r:id="rId30"/>
    <p:sldLayoutId id="2147483667" r:id="rId31"/>
    <p:sldLayoutId id="2147483668" r:id="rId32"/>
    <p:sldLayoutId id="2147483669" r:id="rId33"/>
    <p:sldLayoutId id="2147483670" r:id="rId34"/>
    <p:sldLayoutId id="2147483671" r:id="rId3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w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wmf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qatar.cmu.edu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Philippas</a:t>
            </a:r>
            <a:r>
              <a:rPr lang="en-US" dirty="0"/>
              <a:t> </a:t>
            </a:r>
            <a:r>
              <a:rPr lang="en-US" dirty="0" err="1"/>
              <a:t>Tsigas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Distributed Systems</a:t>
            </a:r>
            <a:br>
              <a:rPr lang="en-US" dirty="0"/>
            </a:br>
            <a:r>
              <a:rPr lang="en-US" sz="3600" dirty="0"/>
              <a:t>Naming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38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Names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“W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hat's in a name? That which we call a rose</a:t>
            </a:r>
            <a:r>
              <a:rPr lang="en-US" dirty="0"/>
              <a:t> b</a:t>
            </a:r>
            <a:r>
              <a:rPr lang="en-US" dirty="0">
                <a:solidFill>
                  <a:srgbClr val="000000"/>
                </a:solidFill>
                <a:latin typeface="Helvetica Neue"/>
              </a:rPr>
              <a:t>y any other name would smell as sweet. </a:t>
            </a:r>
            <a:r>
              <a:rPr lang="en-US" dirty="0"/>
              <a:t>´´</a:t>
            </a:r>
          </a:p>
          <a:p>
            <a:pPr marL="0" indent="0">
              <a:buNone/>
            </a:pPr>
            <a:r>
              <a:rPr lang="sv-SE" dirty="0"/>
              <a:t>			William Shakespeare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200352" cy="3673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536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Naming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534400" cy="4525963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Names are used to uniquely identify entities in Distributed Systems</a:t>
            </a:r>
          </a:p>
          <a:p>
            <a:pPr lvl="1">
              <a:defRPr/>
            </a:pPr>
            <a:r>
              <a:rPr lang="en-US" sz="2000" dirty="0"/>
              <a:t>Entities may be processes, remote objects, newsgroups, …</a:t>
            </a:r>
          </a:p>
          <a:p>
            <a:pPr lvl="4">
              <a:defRPr/>
            </a:pPr>
            <a:endParaRPr lang="en-US" sz="800" dirty="0"/>
          </a:p>
          <a:p>
            <a:pPr>
              <a:defRPr/>
            </a:pPr>
            <a:r>
              <a:rPr lang="en-US" sz="2400" dirty="0"/>
              <a:t>Names are mapped to an entity’s location using a </a:t>
            </a:r>
            <a:r>
              <a:rPr lang="en-US" sz="2400" i="1" dirty="0"/>
              <a:t>name resolution</a:t>
            </a:r>
            <a:r>
              <a:rPr lang="en-US" sz="2400" dirty="0"/>
              <a:t> </a:t>
            </a:r>
          </a:p>
          <a:p>
            <a:pPr lvl="4">
              <a:defRPr/>
            </a:pPr>
            <a:endParaRPr lang="en-US" sz="1200" dirty="0"/>
          </a:p>
          <a:p>
            <a:pPr marL="1828800" lvl="4" indent="0">
              <a:buFontTx/>
              <a:buNone/>
              <a:defRPr/>
            </a:pPr>
            <a:endParaRPr lang="en-US" sz="400" dirty="0"/>
          </a:p>
          <a:p>
            <a:pPr>
              <a:defRPr/>
            </a:pPr>
            <a:r>
              <a:rPr lang="en-US" sz="2400" dirty="0"/>
              <a:t>An example of name resolution</a:t>
            </a:r>
          </a:p>
          <a:p>
            <a:pPr lvl="2">
              <a:defRPr/>
            </a:pPr>
            <a:endParaRPr lang="en-US" sz="1600" dirty="0"/>
          </a:p>
          <a:p>
            <a:pPr>
              <a:defRPr/>
            </a:pP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295400" y="4495800"/>
            <a:ext cx="609600" cy="304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/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4495800"/>
            <a:ext cx="4343400" cy="307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http://www.cdk5.net:8888/WebExamples/earth.html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5116513"/>
            <a:ext cx="1143000" cy="307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55.55.55.55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5105400"/>
            <a:ext cx="2171700" cy="307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 err="1"/>
              <a:t>WebExamples</a:t>
            </a:r>
            <a:r>
              <a:rPr lang="en-US" sz="1400" dirty="0"/>
              <a:t>/earth.html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2463" y="5105400"/>
            <a:ext cx="647700" cy="307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8888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659063" y="4829175"/>
            <a:ext cx="0" cy="2952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371600" y="4846638"/>
            <a:ext cx="10668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/>
              <a:t>DNS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25" y="5867400"/>
            <a:ext cx="1651000" cy="3079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1400" dirty="0"/>
              <a:t>02:60:8c:02:b0:5a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811463" y="4829175"/>
            <a:ext cx="29797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/>
              <a:t>Resource ID (IP Address, Port, File Path)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936625" y="5437188"/>
            <a:ext cx="11207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/>
              <a:t>MAC address</a:t>
            </a:r>
          </a:p>
        </p:txBody>
      </p:sp>
      <p:cxnSp>
        <p:nvCxnSpPr>
          <p:cNvPr id="17" name="Straight Arrow Connector 16"/>
          <p:cNvCxnSpPr>
            <a:stCxn id="7" idx="2"/>
            <a:endCxn id="14" idx="0"/>
          </p:cNvCxnSpPr>
          <p:nvPr/>
        </p:nvCxnSpPr>
        <p:spPr>
          <a:xfrm flipH="1">
            <a:off x="1685925" y="5424488"/>
            <a:ext cx="790575" cy="4429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562600" y="5562600"/>
            <a:ext cx="990600" cy="747713"/>
            <a:chOff x="5105400" y="3962400"/>
            <a:chExt cx="3276600" cy="1442878"/>
          </a:xfrm>
        </p:grpSpPr>
        <p:sp>
          <p:nvSpPr>
            <p:cNvPr id="21" name="Rectangle 20"/>
            <p:cNvSpPr/>
            <p:nvPr/>
          </p:nvSpPr>
          <p:spPr>
            <a:xfrm>
              <a:off x="5105400" y="3962400"/>
              <a:ext cx="3276600" cy="1442878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5105400" y="3962400"/>
              <a:ext cx="3276600" cy="533037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chemeClr val="bg1"/>
                  </a:solidFill>
                </a:rPr>
                <a:t>Host</a:t>
              </a:r>
            </a:p>
          </p:txBody>
        </p:sp>
      </p:grpSp>
      <p:sp>
        <p:nvSpPr>
          <p:cNvPr id="24" name="Rectangle 23"/>
          <p:cNvSpPr/>
          <p:nvPr/>
        </p:nvSpPr>
        <p:spPr bwMode="auto">
          <a:xfrm>
            <a:off x="5678128" y="5910737"/>
            <a:ext cx="762000" cy="3048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641975" y="5992813"/>
            <a:ext cx="266700" cy="1539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2" name="Straight Arrow Connector 31"/>
          <p:cNvCxnSpPr>
            <a:stCxn id="14" idx="3"/>
          </p:cNvCxnSpPr>
          <p:nvPr/>
        </p:nvCxnSpPr>
        <p:spPr>
          <a:xfrm>
            <a:off x="2511425" y="6021388"/>
            <a:ext cx="3051175" cy="4762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2"/>
          </p:cNvCxnSpPr>
          <p:nvPr/>
        </p:nvCxnSpPr>
        <p:spPr>
          <a:xfrm>
            <a:off x="3516313" y="5413375"/>
            <a:ext cx="2120900" cy="5873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4953000" y="5424488"/>
            <a:ext cx="1181100" cy="62071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09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3" grpId="0"/>
      <p:bldP spid="14" grpId="0" animBg="1"/>
      <p:bldP spid="15" grpId="0"/>
      <p:bldP spid="16" grpId="0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ACF7-A513-0BFB-D38A-A9FE29F4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Importance of Naming</a:t>
            </a:r>
            <a:br>
              <a:rPr lang="en-US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5E8FA-CF27-CFA5-C8B4-41CED2DA2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" y="955040"/>
            <a:ext cx="8636000" cy="5766435"/>
          </a:xfrm>
        </p:spPr>
        <p:txBody>
          <a:bodyPr>
            <a:norm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ZA" sz="2400" dirty="0">
                <a:solidFill>
                  <a:srgbClr val="0000FF"/>
                </a:solidFill>
              </a:rPr>
              <a:t>Resource Identification and Access:</a:t>
            </a:r>
            <a:br>
              <a:rPr lang="en-ZA" sz="2400" dirty="0">
                <a:solidFill>
                  <a:srgbClr val="0000FF"/>
                </a:solidFill>
              </a:rPr>
            </a:br>
            <a:r>
              <a:rPr lang="en-Z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Names allow easy identification and access to resources without needing to know their actual physical addresses</a:t>
            </a:r>
            <a:r>
              <a:rPr lang="en-Z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ZA" sz="2400" dirty="0">
                <a:solidFill>
                  <a:srgbClr val="0000FF"/>
                </a:solidFill>
              </a:rPr>
              <a:t>Location Transparency:</a:t>
            </a:r>
            <a:br>
              <a:rPr lang="en-ZA" sz="2400" dirty="0">
                <a:solidFill>
                  <a:srgbClr val="0000FF"/>
                </a:solidFill>
              </a:rPr>
            </a:br>
            <a:r>
              <a:rPr lang="en-ZA" sz="2000" dirty="0">
                <a:latin typeface="Times New Roman" panose="02020603050405020304" pitchFamily="18" charset="0"/>
              </a:rPr>
              <a:t>Enables access to resources without knowledge of their physical location, promoting flexibility and scalability.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ZA" sz="2400" dirty="0">
                <a:solidFill>
                  <a:srgbClr val="0000FF"/>
                </a:solidFill>
              </a:rPr>
              <a:t>Consistency and Reliability:</a:t>
            </a:r>
            <a:br>
              <a:rPr lang="en-ZA" sz="2400" dirty="0">
                <a:solidFill>
                  <a:srgbClr val="0000FF"/>
                </a:solidFill>
              </a:rPr>
            </a:br>
            <a:r>
              <a:rPr lang="en-ZA" sz="2000" dirty="0">
                <a:latin typeface="Times New Roman" panose="02020603050405020304" pitchFamily="18" charset="0"/>
              </a:rPr>
              <a:t>Ensures consistent naming across nodes for reliable communication and resource access</a:t>
            </a:r>
            <a:r>
              <a:rPr lang="en-Z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ZA" sz="2400" dirty="0">
                <a:solidFill>
                  <a:srgbClr val="0000FF"/>
                </a:solidFill>
              </a:rPr>
              <a:t>Security and Authorization:</a:t>
            </a:r>
            <a:br>
              <a:rPr lang="en-ZA" sz="2400" dirty="0">
                <a:solidFill>
                  <a:srgbClr val="0000FF"/>
                </a:solidFill>
              </a:rPr>
            </a:br>
            <a:r>
              <a:rPr lang="en-ZA" sz="2000" dirty="0">
                <a:latin typeface="Times New Roman" panose="02020603050405020304" pitchFamily="18" charset="0"/>
              </a:rPr>
              <a:t>Supports security measures by controlling access, ensuring only authorized entities access resources</a:t>
            </a:r>
            <a:r>
              <a:rPr lang="en-Z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US" sz="2400" dirty="0">
                <a:solidFill>
                  <a:srgbClr val="0000FF"/>
                </a:solidFill>
              </a:rPr>
              <a:t>Efficiency and Scalability:</a:t>
            </a:r>
            <a:br>
              <a:rPr lang="en-US" sz="2400" dirty="0">
                <a:solidFill>
                  <a:srgbClr val="0000FF"/>
                </a:solidFill>
              </a:rPr>
            </a:br>
            <a:r>
              <a:rPr lang="en-US" sz="2000" dirty="0">
                <a:latin typeface="Times New Roman" panose="02020603050405020304" pitchFamily="18" charset="0"/>
              </a:rPr>
              <a:t>Proper naming enhances system efficiency by simplifying name resolution and supports scalability by accommodating growth without degrading performance</a:t>
            </a:r>
            <a:endParaRPr lang="en-ZA" sz="2000" dirty="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50645-BE2B-2E28-65A2-EDF3D1AF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8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z="4000"/>
              <a:t>Names, Addresses and Identifiers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4800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An entity can be identified by three types of references</a:t>
            </a:r>
          </a:p>
          <a:p>
            <a:pPr marL="914400" lvl="1" indent="-457200">
              <a:buFontTx/>
              <a:buAutoNum type="arabicPeriod"/>
            </a:pPr>
            <a:r>
              <a:rPr lang="en-US" sz="2400" dirty="0">
                <a:solidFill>
                  <a:srgbClr val="0000FF"/>
                </a:solidFill>
              </a:rPr>
              <a:t>Name</a:t>
            </a:r>
          </a:p>
          <a:p>
            <a:pPr lvl="2"/>
            <a:r>
              <a:rPr lang="en-US" sz="1800" dirty="0"/>
              <a:t>A name is a set of bits or characters that references an entity</a:t>
            </a:r>
          </a:p>
          <a:p>
            <a:pPr lvl="2"/>
            <a:r>
              <a:rPr lang="en-US" sz="1800" dirty="0"/>
              <a:t>Names can be human-friendly (or not)</a:t>
            </a:r>
          </a:p>
          <a:p>
            <a:pPr lvl="4"/>
            <a:endParaRPr lang="en-US" sz="100" dirty="0"/>
          </a:p>
          <a:p>
            <a:pPr marL="914400" lvl="1" indent="-457200">
              <a:buFontTx/>
              <a:buAutoNum type="arabicPeriod"/>
            </a:pPr>
            <a:r>
              <a:rPr lang="en-US" sz="2400" dirty="0">
                <a:solidFill>
                  <a:srgbClr val="0000FF"/>
                </a:solidFill>
              </a:rPr>
              <a:t>Address</a:t>
            </a:r>
          </a:p>
          <a:p>
            <a:pPr lvl="2"/>
            <a:r>
              <a:rPr lang="en-US" sz="1800" dirty="0"/>
              <a:t>Every entity resides on an access point, and access point has an address</a:t>
            </a:r>
          </a:p>
          <a:p>
            <a:pPr lvl="2"/>
            <a:r>
              <a:rPr lang="en-US" sz="1800" dirty="0"/>
              <a:t>Addresses may be location-dependent (or not)</a:t>
            </a:r>
          </a:p>
          <a:p>
            <a:pPr lvl="2"/>
            <a:r>
              <a:rPr lang="en-US" sz="1800" dirty="0"/>
              <a:t>e.g., IP Address + port</a:t>
            </a:r>
          </a:p>
          <a:p>
            <a:pPr lvl="4"/>
            <a:endParaRPr lang="en-US" sz="100" dirty="0"/>
          </a:p>
          <a:p>
            <a:pPr marL="914400" lvl="1" indent="-457200">
              <a:buFontTx/>
              <a:buAutoNum type="arabicPeriod"/>
            </a:pPr>
            <a:r>
              <a:rPr lang="en-US" sz="2400" dirty="0">
                <a:solidFill>
                  <a:srgbClr val="0000FF"/>
                </a:solidFill>
              </a:rPr>
              <a:t>Identifier</a:t>
            </a:r>
          </a:p>
          <a:p>
            <a:pPr lvl="2"/>
            <a:r>
              <a:rPr lang="en-US" sz="1800" dirty="0"/>
              <a:t>Identifiers are names that </a:t>
            </a:r>
            <a:r>
              <a:rPr lang="en-US" sz="1800" i="1" dirty="0"/>
              <a:t>uniquely</a:t>
            </a:r>
            <a:r>
              <a:rPr lang="en-US" sz="1800" dirty="0"/>
              <a:t> identify an entity</a:t>
            </a:r>
          </a:p>
          <a:p>
            <a:pPr lvl="2"/>
            <a:r>
              <a:rPr lang="en-US" sz="1800" dirty="0"/>
              <a:t>A </a:t>
            </a:r>
            <a:r>
              <a:rPr lang="en-US" sz="1800" i="1" dirty="0"/>
              <a:t>true identifier</a:t>
            </a:r>
            <a:r>
              <a:rPr lang="en-US" sz="1800" dirty="0"/>
              <a:t> is a name with following properties:</a:t>
            </a:r>
          </a:p>
          <a:p>
            <a:pPr marL="1714500" lvl="3" indent="-342900">
              <a:buFontTx/>
              <a:buAutoNum type="alphaLcPeriod"/>
            </a:pPr>
            <a:r>
              <a:rPr lang="en-US" sz="1600" dirty="0"/>
              <a:t>An identifier refers to at-most one entity</a:t>
            </a:r>
          </a:p>
          <a:p>
            <a:pPr marL="1714500" lvl="3" indent="-342900">
              <a:buFontTx/>
              <a:buAutoNum type="alphaLcPeriod"/>
            </a:pPr>
            <a:r>
              <a:rPr lang="en-US" sz="1600" dirty="0"/>
              <a:t>Each entity is referred to by at-most one identifier</a:t>
            </a:r>
          </a:p>
          <a:p>
            <a:pPr marL="1714500" lvl="3" indent="-342900">
              <a:buFontTx/>
              <a:buAutoNum type="alphaLcPeriod"/>
            </a:pPr>
            <a:r>
              <a:rPr lang="en-US" sz="1600" dirty="0"/>
              <a:t>An identifier always refers to the same entity (i.e. it is never reused)</a:t>
            </a:r>
          </a:p>
        </p:txBody>
      </p:sp>
    </p:spTree>
    <p:extLst>
      <p:ext uri="{BB962C8B-B14F-4D97-AF65-F5344CB8AC3E}">
        <p14:creationId xmlns:p14="http://schemas.microsoft.com/office/powerpoint/2010/main" val="156245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EBF8-2C4C-4904-AD9D-0EEB55E1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name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814D5-114A-B8F6-5462-1AA07337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47012A6-4C00-C8DF-D40F-23ABB78C69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680" y="950978"/>
            <a:ext cx="887057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400" dirty="0">
                <a:solidFill>
                  <a:srgbClr val="0000FF"/>
                </a:solidFill>
              </a:rPr>
              <a:t>Human-Friendly Names</a:t>
            </a:r>
          </a:p>
          <a:p>
            <a:pPr fontAlgn="base">
              <a:spcAft>
                <a:spcPct val="0"/>
              </a:spcAft>
            </a:pPr>
            <a:r>
              <a:rPr lang="en-US" altLang="en-US" sz="2400" dirty="0"/>
              <a:t>Designed for ease of use by humans.</a:t>
            </a:r>
          </a:p>
          <a:p>
            <a:pPr fontAlgn="base">
              <a:spcAft>
                <a:spcPct val="0"/>
              </a:spcAft>
            </a:pPr>
            <a:r>
              <a:rPr lang="en-US" altLang="en-US" sz="2400" dirty="0"/>
              <a:t>Examples: URLs (www.example.com), email addresses.</a:t>
            </a:r>
          </a:p>
          <a:p>
            <a:pPr fontAlgn="base">
              <a:spcAft>
                <a:spcPct val="0"/>
              </a:spcAft>
            </a:pPr>
            <a:r>
              <a:rPr lang="en-US" altLang="en-US" sz="2400" dirty="0"/>
              <a:t>High-level abstraction; not tied to physical locations.</a:t>
            </a:r>
          </a:p>
          <a:p>
            <a:r>
              <a:rPr lang="en-US" altLang="en-US" sz="2400" dirty="0"/>
              <a:t>Require resolution to convert to machine-friendly addresses.</a:t>
            </a:r>
            <a:r>
              <a:rPr lang="en-US" sz="1400" b="1" dirty="0"/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2. Machine-Friendly Names</a:t>
            </a:r>
          </a:p>
          <a:p>
            <a:r>
              <a:rPr lang="en-US" sz="2400" dirty="0"/>
              <a:t>Intended for system-level communication.</a:t>
            </a:r>
          </a:p>
          <a:p>
            <a:r>
              <a:rPr lang="en-US" sz="2400" dirty="0"/>
              <a:t>Examples: IP addresses, MAC addresses, UUIDs.</a:t>
            </a:r>
          </a:p>
          <a:p>
            <a:r>
              <a:rPr lang="en-US" sz="2400" dirty="0"/>
              <a:t>Efficient for machine processing; may contain location information.</a:t>
            </a:r>
          </a:p>
          <a:p>
            <a:r>
              <a:rPr lang="en-US" sz="2400" dirty="0"/>
              <a:t>Can act as both addresses and true identifiers.</a:t>
            </a:r>
          </a:p>
          <a:p>
            <a:pPr marR="0" lvl="0" fontAlgn="base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53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EBF8-2C4C-4904-AD9D-0EEB55E1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name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814D5-114A-B8F6-5462-1AA07337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47012A6-4C00-C8DF-D40F-23ABB78C69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680" y="1238999"/>
            <a:ext cx="855458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3. Logical 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Abstract references independent of physical location.</a:t>
            </a:r>
          </a:p>
          <a:p>
            <a:r>
              <a:rPr lang="en-US" sz="2400" dirty="0"/>
              <a:t>Examples: Service names, user identifiers.</a:t>
            </a:r>
          </a:p>
          <a:p>
            <a:r>
              <a:rPr lang="en-US" sz="2400" dirty="0"/>
              <a:t>Provide flexibility; not location-dependent.</a:t>
            </a:r>
          </a:p>
          <a:p>
            <a:r>
              <a:rPr lang="en-US" sz="2400" dirty="0"/>
              <a:t>Need resolution to map to physical or machine addresses.</a:t>
            </a:r>
            <a:endParaRPr lang="en-US" sz="1400" b="1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</a:rPr>
              <a:t>4. Physical Names</a:t>
            </a:r>
          </a:p>
          <a:p>
            <a:r>
              <a:rPr lang="en-US" sz="2400" dirty="0"/>
              <a:t>Intended for system-level communication.</a:t>
            </a:r>
          </a:p>
          <a:p>
            <a:r>
              <a:rPr lang="en-US" sz="2400" dirty="0"/>
              <a:t>Examples: IP addresses</a:t>
            </a:r>
            <a:r>
              <a:rPr lang="en-ZA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which indicate a device's location on a </a:t>
            </a:r>
          </a:p>
          <a:p>
            <a:pPr marL="0" indent="0">
              <a:buNone/>
            </a:pPr>
            <a:r>
              <a:rPr lang="en-ZA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network, and physical memory addresses, which indicate a specific</a:t>
            </a:r>
          </a:p>
          <a:p>
            <a:pPr marL="0" indent="0">
              <a:buNone/>
            </a:pPr>
            <a:r>
              <a:rPr lang="en-ZA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 in a computer's memory. </a:t>
            </a:r>
            <a:r>
              <a:rPr lang="en-US" sz="2400" dirty="0"/>
              <a:t>Efficient for machine processing; </a:t>
            </a:r>
          </a:p>
          <a:p>
            <a:pPr marL="0" indent="0">
              <a:buNone/>
            </a:pPr>
            <a:r>
              <a:rPr lang="en-US" sz="2400" dirty="0"/>
              <a:t>may contain location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910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79E5-2EFF-9D50-D019-59E1C6D8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5231D-84B9-E30C-2EE9-B08F0F997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6960"/>
            <a:ext cx="8229600" cy="5049203"/>
          </a:xfrm>
        </p:spPr>
        <p:txBody>
          <a:bodyPr>
            <a:normAutofit fontScale="5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FF"/>
                </a:solidFill>
              </a:rPr>
              <a:t>Name:</a:t>
            </a:r>
            <a:br>
              <a:rPr lang="en-US" dirty="0"/>
            </a:br>
            <a:r>
              <a:rPr lang="en-US" dirty="0"/>
              <a:t>A string or identifier that uniquely identifies an entity within a namespace.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human-readable (e.g., URLs, email addresses) or machine-readable (e.g., IP addresses).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FF"/>
                </a:solidFill>
              </a:rPr>
              <a:t>Namespace:</a:t>
            </a:r>
            <a:br>
              <a:rPr lang="en-US" dirty="0"/>
            </a:br>
            <a:r>
              <a:rPr lang="en-US" dirty="0"/>
              <a:t>A context or domain where a set of names is defined, along with rules for syntax and semantics.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DNS namespace maps domain names to IP addresses; file system namespaces map file names to file descriptors.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FF"/>
                </a:solidFill>
              </a:rPr>
              <a:t>Name Resolution:</a:t>
            </a:r>
            <a:br>
              <a:rPr lang="en-US" dirty="0"/>
            </a:br>
            <a:r>
              <a:rPr lang="en-US" dirty="0"/>
              <a:t>The process of translating a name into its corresponding address or another name.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Often involves querying a naming service or directory.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FF"/>
                </a:solidFill>
              </a:rPr>
              <a:t>Binding:</a:t>
            </a:r>
            <a:br>
              <a:rPr lang="en-US" sz="4400" dirty="0">
                <a:solidFill>
                  <a:srgbClr val="0000FF"/>
                </a:solidFill>
              </a:rPr>
            </a:br>
            <a:r>
              <a:rPr lang="en-US" dirty="0"/>
              <a:t>The association between a name and an entity.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static (fixed association) or dynamic (association can change over time).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rgbClr val="0000FF"/>
                </a:solidFill>
              </a:rPr>
              <a:t>Aliases and Redirection:</a:t>
            </a:r>
            <a:br>
              <a:rPr lang="en-US" sz="4400" dirty="0">
                <a:solidFill>
                  <a:srgbClr val="0000FF"/>
                </a:solidFill>
              </a:rPr>
            </a:br>
            <a:r>
              <a:rPr lang="en-US" dirty="0"/>
              <a:t>Multiple names (aliases) can refer to a single entity.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Redirection occurs when one name points to another, useful for load balancing or service migration.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73FBD-A136-C229-E17C-228435BB0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0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Naming Systems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273318"/>
            <a:ext cx="8229600" cy="4852845"/>
          </a:xfrm>
        </p:spPr>
        <p:txBody>
          <a:bodyPr/>
          <a:lstStyle/>
          <a:p>
            <a:r>
              <a:rPr lang="en-US" dirty="0"/>
              <a:t>A naming system is simply a middleware that assists in name resolution</a:t>
            </a:r>
          </a:p>
          <a:p>
            <a:pPr lvl="4"/>
            <a:endParaRPr lang="en-US" dirty="0"/>
          </a:p>
          <a:p>
            <a:r>
              <a:rPr lang="en-US" dirty="0"/>
              <a:t>Naming systems are classified into three classes based on the type of names used:</a:t>
            </a:r>
          </a:p>
          <a:p>
            <a:pPr marL="971550" lvl="1" indent="-514350">
              <a:buFontTx/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Flat naming</a:t>
            </a:r>
          </a:p>
          <a:p>
            <a:pPr marL="971550" lvl="1" indent="-514350">
              <a:buFontTx/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Structured naming</a:t>
            </a:r>
          </a:p>
          <a:p>
            <a:pPr marL="971550" lvl="1" indent="-514350">
              <a:buFontTx/>
              <a:buAutoNum type="alphaLcPeriod"/>
            </a:pPr>
            <a:r>
              <a:rPr lang="en-US" dirty="0">
                <a:solidFill>
                  <a:srgbClr val="0000FF"/>
                </a:solidFill>
              </a:rPr>
              <a:t>Attribute-based naming</a:t>
            </a:r>
          </a:p>
        </p:txBody>
      </p:sp>
    </p:spTree>
    <p:extLst>
      <p:ext uri="{BB962C8B-B14F-4D97-AF65-F5344CB8AC3E}">
        <p14:creationId xmlns:p14="http://schemas.microsoft.com/office/powerpoint/2010/main" val="246719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 of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Flat naming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Structured naming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Attribute-based naming</a:t>
            </a:r>
          </a:p>
        </p:txBody>
      </p:sp>
    </p:spTree>
    <p:extLst>
      <p:ext uri="{BB962C8B-B14F-4D97-AF65-F5344CB8AC3E}">
        <p14:creationId xmlns:p14="http://schemas.microsoft.com/office/powerpoint/2010/main" val="2169420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Flat Naming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sz="2400"/>
              <a:t>In Flat Naming, identifiers are simply random bits of strings (known as unstructured or flat names)</a:t>
            </a:r>
          </a:p>
          <a:p>
            <a:pPr lvl="3"/>
            <a:endParaRPr lang="en-US" sz="1200"/>
          </a:p>
          <a:p>
            <a:r>
              <a:rPr lang="en-US" sz="2400"/>
              <a:t>Flat name does not contain any information on how to locate an entity</a:t>
            </a:r>
          </a:p>
          <a:p>
            <a:pPr lvl="3"/>
            <a:endParaRPr lang="en-US" sz="1200"/>
          </a:p>
          <a:p>
            <a:r>
              <a:rPr lang="en-US" sz="2400"/>
              <a:t>We will study four types of name resolution mechanisms for flat names:</a:t>
            </a:r>
          </a:p>
          <a:p>
            <a:pPr marL="914400" lvl="1" indent="-457200">
              <a:buFontTx/>
              <a:buAutoNum type="arabicPeriod"/>
            </a:pPr>
            <a:r>
              <a:rPr lang="en-US" sz="2000">
                <a:solidFill>
                  <a:srgbClr val="0000FF"/>
                </a:solidFill>
              </a:rPr>
              <a:t>Broadcasting</a:t>
            </a:r>
          </a:p>
          <a:p>
            <a:pPr marL="914400" lvl="1" indent="-457200">
              <a:buFontTx/>
              <a:buAutoNum type="arabicPeriod"/>
            </a:pPr>
            <a:r>
              <a:rPr lang="en-US" sz="2000">
                <a:solidFill>
                  <a:srgbClr val="0000FF"/>
                </a:solidFill>
              </a:rPr>
              <a:t>Forwarding pointers</a:t>
            </a:r>
          </a:p>
          <a:p>
            <a:pPr marL="914400" lvl="1" indent="-457200">
              <a:buFontTx/>
              <a:buAutoNum type="arabicPeriod"/>
            </a:pPr>
            <a:r>
              <a:rPr lang="en-US" sz="2000">
                <a:solidFill>
                  <a:srgbClr val="0000FF"/>
                </a:solidFill>
              </a:rPr>
              <a:t>Home-based approaches</a:t>
            </a:r>
          </a:p>
          <a:p>
            <a:pPr marL="914400" lvl="1" indent="-457200">
              <a:buFontTx/>
              <a:buAutoNum type="arabicPeriod"/>
            </a:pPr>
            <a:r>
              <a:rPr lang="en-US" sz="2000">
                <a:solidFill>
                  <a:srgbClr val="0000FF"/>
                </a:solidFill>
              </a:rPr>
              <a:t>Distributed Hash Tables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75619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534400" cy="4572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400" dirty="0"/>
              <a:t>Approach: Broadcast the identifier to the complete network. The entity associated with the identifier responds with its current address</a:t>
            </a:r>
          </a:p>
          <a:p>
            <a:pPr lvl="4">
              <a:defRPr/>
            </a:pPr>
            <a:endParaRPr lang="en-US" sz="1200" dirty="0"/>
          </a:p>
          <a:p>
            <a:pPr>
              <a:defRPr/>
            </a:pPr>
            <a:r>
              <a:rPr lang="en-US" sz="2400" dirty="0"/>
              <a:t>Example: Address Resolution Protocol (ARP)</a:t>
            </a:r>
          </a:p>
          <a:p>
            <a:pPr lvl="1">
              <a:defRPr/>
            </a:pPr>
            <a:r>
              <a:rPr lang="en-US" sz="1800" dirty="0"/>
              <a:t>Resolve an IP address to a MAC address.</a:t>
            </a:r>
          </a:p>
          <a:p>
            <a:pPr lvl="1">
              <a:defRPr/>
            </a:pPr>
            <a:r>
              <a:rPr lang="en-US" sz="1800" dirty="0"/>
              <a:t>In this application,</a:t>
            </a:r>
          </a:p>
          <a:p>
            <a:pPr marL="917575" lvl="2">
              <a:defRPr/>
            </a:pPr>
            <a:r>
              <a:rPr lang="en-US" sz="1400" dirty="0"/>
              <a:t>IP address is the </a:t>
            </a:r>
            <a:r>
              <a:rPr lang="en-US" sz="1400" i="1" dirty="0"/>
              <a:t>identifier</a:t>
            </a:r>
            <a:r>
              <a:rPr lang="en-US" sz="1400" dirty="0"/>
              <a:t> of the entity</a:t>
            </a:r>
          </a:p>
          <a:p>
            <a:pPr marL="917575" lvl="2">
              <a:defRPr/>
            </a:pPr>
            <a:r>
              <a:rPr lang="en-US" sz="1400" dirty="0"/>
              <a:t>MAC address is the </a:t>
            </a:r>
            <a:r>
              <a:rPr lang="en-US" sz="1400" i="1" dirty="0"/>
              <a:t>address</a:t>
            </a:r>
            <a:r>
              <a:rPr lang="en-US" sz="1400" dirty="0"/>
              <a:t> of the </a:t>
            </a:r>
          </a:p>
          <a:p>
            <a:pPr marL="688975" lvl="2" indent="0">
              <a:buFontTx/>
              <a:buNone/>
              <a:defRPr/>
            </a:pPr>
            <a:r>
              <a:rPr lang="en-US" sz="1400" dirty="0"/>
              <a:t>	access point</a:t>
            </a:r>
            <a:endParaRPr lang="en-US" sz="1200" dirty="0"/>
          </a:p>
          <a:p>
            <a:pPr>
              <a:defRPr/>
            </a:pPr>
            <a:r>
              <a:rPr lang="en-US" sz="2400" dirty="0"/>
              <a:t>Challenges:</a:t>
            </a:r>
          </a:p>
          <a:p>
            <a:pPr lvl="1">
              <a:defRPr/>
            </a:pPr>
            <a:r>
              <a:rPr lang="en-US" sz="2000" dirty="0"/>
              <a:t>Not scalable in large networks</a:t>
            </a:r>
          </a:p>
          <a:p>
            <a:pPr lvl="2">
              <a:defRPr/>
            </a:pPr>
            <a:r>
              <a:rPr lang="en-US" sz="1800" dirty="0"/>
              <a:t>This technique leads to flooding the network with broadcast messages</a:t>
            </a:r>
          </a:p>
          <a:p>
            <a:pPr lvl="1">
              <a:defRPr/>
            </a:pPr>
            <a:r>
              <a:rPr lang="en-US" sz="2000" dirty="0"/>
              <a:t>Requires all entities to listen to all requests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962400"/>
            <a:ext cx="762000" cy="533400"/>
          </a:xfrm>
          <a:prstGeom prst="rect">
            <a:avLst/>
          </a:prstGeom>
          <a:solidFill>
            <a:srgbClr val="92D050">
              <a:alpha val="48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2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Broadcasting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889625" y="4030663"/>
            <a:ext cx="762000" cy="533400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9222" name="Group 14"/>
          <p:cNvGrpSpPr>
            <a:grpSpLocks/>
          </p:cNvGrpSpPr>
          <p:nvPr/>
        </p:nvGrpSpPr>
        <p:grpSpPr bwMode="auto">
          <a:xfrm>
            <a:off x="4518025" y="4038600"/>
            <a:ext cx="2819400" cy="914400"/>
            <a:chOff x="6377298" y="3505200"/>
            <a:chExt cx="2233302" cy="609600"/>
          </a:xfrm>
        </p:grpSpPr>
        <p:pic>
          <p:nvPicPr>
            <p:cNvPr id="9235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000" y="3505200"/>
              <a:ext cx="40577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9236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7298" y="3505200"/>
              <a:ext cx="40577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9237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71721" y="3505200"/>
              <a:ext cx="40577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pic>
          <p:nvPicPr>
            <p:cNvPr id="9238" name="Picture 1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04823" y="3505200"/>
              <a:ext cx="40577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grpSp>
          <p:nvGrpSpPr>
            <p:cNvPr id="9239" name="Group 19"/>
            <p:cNvGrpSpPr>
              <a:grpSpLocks/>
            </p:cNvGrpSpPr>
            <p:nvPr/>
          </p:nvGrpSpPr>
          <p:grpSpPr bwMode="auto">
            <a:xfrm>
              <a:off x="6503987" y="3810000"/>
              <a:ext cx="1954213" cy="304800"/>
              <a:chOff x="6275387" y="4038600"/>
              <a:chExt cx="1954213" cy="304800"/>
            </a:xfrm>
          </p:grpSpPr>
          <p:sp>
            <p:nvSpPr>
              <p:cNvPr id="11" name="Can 10"/>
              <p:cNvSpPr/>
              <p:nvPr/>
            </p:nvSpPr>
            <p:spPr bwMode="auto">
              <a:xfrm>
                <a:off x="6883088" y="4038600"/>
                <a:ext cx="152400" cy="228600"/>
              </a:xfrm>
              <a:prstGeom prst="ca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Can 11"/>
              <p:cNvSpPr/>
              <p:nvPr/>
            </p:nvSpPr>
            <p:spPr bwMode="auto">
              <a:xfrm>
                <a:off x="6275387" y="4038600"/>
                <a:ext cx="152400" cy="228600"/>
              </a:xfrm>
              <a:prstGeom prst="ca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" name="Can 12"/>
              <p:cNvSpPr/>
              <p:nvPr/>
            </p:nvSpPr>
            <p:spPr bwMode="auto">
              <a:xfrm>
                <a:off x="7469809" y="4038600"/>
                <a:ext cx="152400" cy="228600"/>
              </a:xfrm>
              <a:prstGeom prst="ca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4" name="Can 13"/>
              <p:cNvSpPr/>
              <p:nvPr/>
            </p:nvSpPr>
            <p:spPr bwMode="auto">
              <a:xfrm>
                <a:off x="8077200" y="4038600"/>
                <a:ext cx="152400" cy="228600"/>
              </a:xfrm>
              <a:prstGeom prst="ca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" name="Can 14"/>
              <p:cNvSpPr/>
              <p:nvPr/>
            </p:nvSpPr>
            <p:spPr bwMode="auto">
              <a:xfrm rot="5400000">
                <a:off x="7176294" y="3290093"/>
                <a:ext cx="152400" cy="1954213"/>
              </a:xfrm>
              <a:prstGeom prst="ca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</p:grpSp>
      <p:sp>
        <p:nvSpPr>
          <p:cNvPr id="16" name="Rectangle 15"/>
          <p:cNvSpPr/>
          <p:nvPr/>
        </p:nvSpPr>
        <p:spPr>
          <a:xfrm>
            <a:off x="4926013" y="4808538"/>
            <a:ext cx="255587" cy="682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634038" y="4808538"/>
            <a:ext cx="255587" cy="682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6396038" y="4808538"/>
            <a:ext cx="255587" cy="682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 flipH="1">
            <a:off x="4746625" y="4594225"/>
            <a:ext cx="58738" cy="20478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 flipH="1">
            <a:off x="7032625" y="4638675"/>
            <a:ext cx="58738" cy="2381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 flipH="1">
            <a:off x="6248400" y="4600575"/>
            <a:ext cx="57150" cy="2381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 flipH="1">
            <a:off x="5521325" y="4610100"/>
            <a:ext cx="58738" cy="2381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24" name="Picture 2" descr="C:\Users\vkolar\AppData\Local\Microsoft\Windows\Temporary Internet Files\Content.IE5\E2H73JIM\MC90043253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175" y="3819525"/>
            <a:ext cx="206375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24"/>
          <p:cNvSpPr/>
          <p:nvPr/>
        </p:nvSpPr>
        <p:spPr>
          <a:xfrm>
            <a:off x="5257800" y="3721100"/>
            <a:ext cx="373158" cy="369332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8781" y="3721100"/>
            <a:ext cx="314019" cy="369332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Rounded Rectangular Callout 28"/>
          <p:cNvSpPr/>
          <p:nvPr/>
        </p:nvSpPr>
        <p:spPr>
          <a:xfrm>
            <a:off x="6848475" y="3276600"/>
            <a:ext cx="1838325" cy="488950"/>
          </a:xfrm>
          <a:prstGeom prst="wedgeRoundRectCallout">
            <a:avLst>
              <a:gd name="adj1" fmla="val -145588"/>
              <a:gd name="adj2" fmla="val 94157"/>
              <a:gd name="adj3" fmla="val 16667"/>
            </a:avLst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 dirty="0">
                <a:solidFill>
                  <a:srgbClr val="000000"/>
                </a:solidFill>
              </a:rPr>
              <a:t>Who has the identifier 192.168.0.1?</a:t>
            </a:r>
          </a:p>
        </p:txBody>
      </p:sp>
      <p:sp>
        <p:nvSpPr>
          <p:cNvPr id="30" name="Rounded Rectangular Callout 29"/>
          <p:cNvSpPr/>
          <p:nvPr/>
        </p:nvSpPr>
        <p:spPr>
          <a:xfrm>
            <a:off x="6705600" y="5072063"/>
            <a:ext cx="2341563" cy="566737"/>
          </a:xfrm>
          <a:prstGeom prst="wedgeRoundRectCallout">
            <a:avLst>
              <a:gd name="adj1" fmla="val -58651"/>
              <a:gd name="adj2" fmla="val -147818"/>
              <a:gd name="adj3" fmla="val 16667"/>
            </a:avLst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200" dirty="0">
                <a:solidFill>
                  <a:srgbClr val="000000"/>
                </a:solidFill>
              </a:rPr>
              <a:t>I am 192.168.0.1. My address is 02:AB:4A:3C:59:85</a:t>
            </a:r>
          </a:p>
        </p:txBody>
      </p:sp>
    </p:spTree>
    <p:extLst>
      <p:ext uri="{BB962C8B-B14F-4D97-AF65-F5344CB8AC3E}">
        <p14:creationId xmlns:p14="http://schemas.microsoft.com/office/powerpoint/2010/main" val="31249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Forwarding Pointers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>
              <a:defRPr/>
            </a:pPr>
            <a:r>
              <a:rPr lang="en-US" sz="2400" dirty="0"/>
              <a:t>Forwarding Pointers enables locating mobile entities</a:t>
            </a:r>
          </a:p>
          <a:p>
            <a:pPr marL="742950" lvl="2" indent="-342900">
              <a:defRPr/>
            </a:pPr>
            <a:r>
              <a:rPr lang="en-US" sz="2000" dirty="0"/>
              <a:t>Mobile entities move from one access point to another</a:t>
            </a:r>
          </a:p>
          <a:p>
            <a:pPr marL="1657350" lvl="4" indent="-342900">
              <a:defRPr/>
            </a:pPr>
            <a:endParaRPr lang="en-US" sz="400" dirty="0"/>
          </a:p>
          <a:p>
            <a:pPr>
              <a:defRPr/>
            </a:pPr>
            <a:r>
              <a:rPr lang="en-US" sz="2400" dirty="0"/>
              <a:t>When an entity moves from location A to location B, it leaves behind (in A) a reference to its new location at B</a:t>
            </a:r>
          </a:p>
          <a:p>
            <a:pPr lvl="4">
              <a:defRPr/>
            </a:pPr>
            <a:endParaRPr lang="en-US" sz="400" dirty="0"/>
          </a:p>
          <a:p>
            <a:pPr>
              <a:defRPr/>
            </a:pPr>
            <a:r>
              <a:rPr lang="en-US" sz="2400" dirty="0"/>
              <a:t>Name resolution mechanism</a:t>
            </a:r>
          </a:p>
          <a:p>
            <a:pPr lvl="1">
              <a:defRPr/>
            </a:pPr>
            <a:r>
              <a:rPr lang="en-US" sz="2000" dirty="0"/>
              <a:t>Follow the chain of pointers to reach the entity</a:t>
            </a:r>
          </a:p>
          <a:p>
            <a:pPr lvl="1">
              <a:defRPr/>
            </a:pPr>
            <a:r>
              <a:rPr lang="en-US" sz="2000" dirty="0"/>
              <a:t>Update the entity’s reference when the present location is found</a:t>
            </a:r>
          </a:p>
          <a:p>
            <a:pPr lvl="4">
              <a:defRPr/>
            </a:pPr>
            <a:endParaRPr lang="en-US" sz="500" dirty="0"/>
          </a:p>
          <a:p>
            <a:pPr>
              <a:defRPr/>
            </a:pPr>
            <a:r>
              <a:rPr lang="en-US" sz="2400" dirty="0"/>
              <a:t>Challenges:</a:t>
            </a:r>
          </a:p>
          <a:p>
            <a:pPr lvl="1">
              <a:defRPr/>
            </a:pPr>
            <a:r>
              <a:rPr lang="en-US" sz="2000" dirty="0"/>
              <a:t>Reference to at-least one pointer is necessary</a:t>
            </a:r>
          </a:p>
          <a:p>
            <a:pPr lvl="1">
              <a:defRPr/>
            </a:pPr>
            <a:r>
              <a:rPr lang="en-US" sz="2000" dirty="0"/>
              <a:t>Long chains lead to longer resolution delays</a:t>
            </a:r>
          </a:p>
          <a:p>
            <a:pPr lvl="1">
              <a:defRPr/>
            </a:pPr>
            <a:r>
              <a:rPr lang="en-US" sz="2000" dirty="0"/>
              <a:t>Long chains are prone to failure due to 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broken links</a:t>
            </a:r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594225"/>
            <a:ext cx="2057400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96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Forwarding Pointers –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Stub-Scion Pair (SSP) chains implement remote invocation for mobile entities using forwarding pointers</a:t>
            </a:r>
          </a:p>
          <a:p>
            <a:pPr lvl="1">
              <a:defRPr/>
            </a:pPr>
            <a:r>
              <a:rPr lang="en-US" sz="1800" dirty="0"/>
              <a:t>Server stub is referred to as Scion in the original paper</a:t>
            </a:r>
          </a:p>
          <a:p>
            <a:pPr>
              <a:defRPr/>
            </a:pPr>
            <a:r>
              <a:rPr lang="en-US" sz="2000" dirty="0"/>
              <a:t>Each forwarding pointer is implemented as a pair: </a:t>
            </a:r>
          </a:p>
          <a:p>
            <a:pPr marL="0" indent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(client stub, server stub)</a:t>
            </a:r>
            <a:endParaRPr lang="en-US" sz="2000" dirty="0"/>
          </a:p>
          <a:p>
            <a:pPr lvl="1">
              <a:defRPr/>
            </a:pPr>
            <a:r>
              <a:rPr lang="en-US" sz="1600" dirty="0"/>
              <a:t>The server stub contains a local reference to the actual object or a local reference to the remote client stub</a:t>
            </a:r>
          </a:p>
          <a:p>
            <a:pPr lvl="4">
              <a:defRPr/>
            </a:pPr>
            <a:endParaRPr lang="en-US" sz="800" dirty="0"/>
          </a:p>
          <a:p>
            <a:pPr>
              <a:defRPr/>
            </a:pPr>
            <a:r>
              <a:rPr lang="en-US" sz="2000" dirty="0"/>
              <a:t>When object moves from A to B, </a:t>
            </a:r>
          </a:p>
          <a:p>
            <a:pPr lvl="1">
              <a:defRPr/>
            </a:pPr>
            <a:r>
              <a:rPr lang="en-US" sz="1600" dirty="0"/>
              <a:t>It leaves client stub in its place</a:t>
            </a:r>
          </a:p>
          <a:p>
            <a:pPr lvl="1">
              <a:defRPr/>
            </a:pPr>
            <a:r>
              <a:rPr lang="en-US" sz="1600" dirty="0"/>
              <a:t>It installs server stub that refers to the new remote client stub on B</a:t>
            </a:r>
          </a:p>
        </p:txBody>
      </p:sp>
      <p:grpSp>
        <p:nvGrpSpPr>
          <p:cNvPr id="50" name="Group 49"/>
          <p:cNvGrpSpPr>
            <a:grpSpLocks/>
          </p:cNvGrpSpPr>
          <p:nvPr/>
        </p:nvGrpSpPr>
        <p:grpSpPr bwMode="auto">
          <a:xfrm>
            <a:off x="1066800" y="4962525"/>
            <a:ext cx="914400" cy="762000"/>
            <a:chOff x="685800" y="5029200"/>
            <a:chExt cx="914400" cy="762000"/>
          </a:xfrm>
        </p:grpSpPr>
        <p:grpSp>
          <p:nvGrpSpPr>
            <p:cNvPr id="11308" name="Group 3"/>
            <p:cNvGrpSpPr>
              <a:grpSpLocks/>
            </p:cNvGrpSpPr>
            <p:nvPr/>
          </p:nvGrpSpPr>
          <p:grpSpPr bwMode="auto">
            <a:xfrm>
              <a:off x="685800" y="5029200"/>
              <a:ext cx="914400" cy="762000"/>
              <a:chOff x="7239000" y="3962400"/>
              <a:chExt cx="685800" cy="76200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7239000" y="3962400"/>
                <a:ext cx="685800" cy="76200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7239000" y="4495800"/>
                <a:ext cx="685800" cy="22860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100" dirty="0"/>
                  <a:t>Process P1</a:t>
                </a:r>
              </a:p>
            </p:txBody>
          </p:sp>
        </p:grpSp>
        <p:sp>
          <p:nvSpPr>
            <p:cNvPr id="7" name="Pentagon 6"/>
            <p:cNvSpPr/>
            <p:nvPr/>
          </p:nvSpPr>
          <p:spPr>
            <a:xfrm>
              <a:off x="1239838" y="5248275"/>
              <a:ext cx="152400" cy="152400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9" name="Group 18"/>
          <p:cNvGrpSpPr>
            <a:grpSpLocks/>
          </p:cNvGrpSpPr>
          <p:nvPr/>
        </p:nvGrpSpPr>
        <p:grpSpPr bwMode="auto">
          <a:xfrm>
            <a:off x="3733800" y="4953000"/>
            <a:ext cx="914400" cy="762000"/>
            <a:chOff x="7239000" y="3962400"/>
            <a:chExt cx="685800" cy="762000"/>
          </a:xfrm>
        </p:grpSpPr>
        <p:sp>
          <p:nvSpPr>
            <p:cNvPr id="20" name="Rectangle 19"/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dirty="0"/>
                <a:t>Process P2</a:t>
              </a:r>
            </a:p>
          </p:txBody>
        </p:sp>
      </p:grpSp>
      <p:sp>
        <p:nvSpPr>
          <p:cNvPr id="22" name="Pentagon 21"/>
          <p:cNvSpPr/>
          <p:nvPr/>
        </p:nvSpPr>
        <p:spPr>
          <a:xfrm>
            <a:off x="4287838" y="5172075"/>
            <a:ext cx="152400" cy="152400"/>
          </a:xfrm>
          <a:prstGeom prst="homePlat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Chevron 22"/>
          <p:cNvSpPr/>
          <p:nvPr/>
        </p:nvSpPr>
        <p:spPr>
          <a:xfrm>
            <a:off x="3906838" y="5172075"/>
            <a:ext cx="228600" cy="152400"/>
          </a:xfrm>
          <a:prstGeom prst="chevron">
            <a:avLst>
              <a:gd name="adj" fmla="val 45506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4" name="Straight Connector 23"/>
          <p:cNvCxnSpPr>
            <a:stCxn id="23" idx="3"/>
            <a:endCxn id="22" idx="1"/>
          </p:cNvCxnSpPr>
          <p:nvPr/>
        </p:nvCxnSpPr>
        <p:spPr>
          <a:xfrm>
            <a:off x="4135438" y="5248275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>
            <a:grpSpLocks/>
          </p:cNvGrpSpPr>
          <p:nvPr/>
        </p:nvGrpSpPr>
        <p:grpSpPr bwMode="auto">
          <a:xfrm>
            <a:off x="5791200" y="5486400"/>
            <a:ext cx="914400" cy="762000"/>
            <a:chOff x="7239000" y="3962400"/>
            <a:chExt cx="685800" cy="762000"/>
          </a:xfrm>
        </p:grpSpPr>
        <p:sp>
          <p:nvSpPr>
            <p:cNvPr id="26" name="Rectangle 25"/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dirty="0"/>
                <a:t>Process P3</a:t>
              </a:r>
            </a:p>
          </p:txBody>
        </p:sp>
      </p:grpSp>
      <p:sp>
        <p:nvSpPr>
          <p:cNvPr id="29" name="Chevron 28"/>
          <p:cNvSpPr/>
          <p:nvPr/>
        </p:nvSpPr>
        <p:spPr>
          <a:xfrm>
            <a:off x="5964238" y="5705475"/>
            <a:ext cx="228600" cy="152400"/>
          </a:xfrm>
          <a:prstGeom prst="chevron">
            <a:avLst>
              <a:gd name="adj" fmla="val 45506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Straight Connector 29"/>
          <p:cNvCxnSpPr>
            <a:stCxn id="29" idx="3"/>
          </p:cNvCxnSpPr>
          <p:nvPr/>
        </p:nvCxnSpPr>
        <p:spPr>
          <a:xfrm>
            <a:off x="6192838" y="5781675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7" idx="3"/>
            <a:endCxn id="23" idx="1"/>
          </p:cNvCxnSpPr>
          <p:nvPr/>
        </p:nvCxnSpPr>
        <p:spPr>
          <a:xfrm flipV="1">
            <a:off x="1773238" y="5248275"/>
            <a:ext cx="2203450" cy="95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2" idx="3"/>
            <a:endCxn id="29" idx="1"/>
          </p:cNvCxnSpPr>
          <p:nvPr/>
        </p:nvCxnSpPr>
        <p:spPr>
          <a:xfrm>
            <a:off x="4440238" y="5248275"/>
            <a:ext cx="1593850" cy="53340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>
            <a:grpSpLocks/>
          </p:cNvGrpSpPr>
          <p:nvPr/>
        </p:nvGrpSpPr>
        <p:grpSpPr bwMode="auto">
          <a:xfrm>
            <a:off x="2236788" y="5638800"/>
            <a:ext cx="914400" cy="762000"/>
            <a:chOff x="1855769" y="5704726"/>
            <a:chExt cx="914400" cy="762000"/>
          </a:xfrm>
        </p:grpSpPr>
        <p:grpSp>
          <p:nvGrpSpPr>
            <p:cNvPr id="11300" name="Group 39"/>
            <p:cNvGrpSpPr>
              <a:grpSpLocks/>
            </p:cNvGrpSpPr>
            <p:nvPr/>
          </p:nvGrpSpPr>
          <p:grpSpPr bwMode="auto">
            <a:xfrm>
              <a:off x="1855769" y="5704726"/>
              <a:ext cx="914400" cy="762000"/>
              <a:chOff x="7239000" y="3962400"/>
              <a:chExt cx="685800" cy="762000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7239000" y="3962400"/>
                <a:ext cx="685800" cy="76200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7239000" y="4495800"/>
                <a:ext cx="685800" cy="228600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100" dirty="0"/>
                  <a:t>Process P4</a:t>
                </a:r>
              </a:p>
            </p:txBody>
          </p:sp>
        </p:grpSp>
        <p:sp>
          <p:nvSpPr>
            <p:cNvPr id="43" name="Pentagon 42"/>
            <p:cNvSpPr/>
            <p:nvPr/>
          </p:nvSpPr>
          <p:spPr>
            <a:xfrm>
              <a:off x="2409806" y="5923801"/>
              <a:ext cx="152400" cy="152400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cxnSp>
        <p:nvCxnSpPr>
          <p:cNvPr id="46" name="Straight Connector 45"/>
          <p:cNvCxnSpPr>
            <a:stCxn id="43" idx="3"/>
            <a:endCxn id="23" idx="2"/>
          </p:cNvCxnSpPr>
          <p:nvPr/>
        </p:nvCxnSpPr>
        <p:spPr>
          <a:xfrm flipV="1">
            <a:off x="2943225" y="5324475"/>
            <a:ext cx="1042988" cy="60960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4191000" y="5084763"/>
            <a:ext cx="284163" cy="31591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2316163" y="5765800"/>
            <a:ext cx="331787" cy="3159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2646363" y="5934075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ight Arrow 56"/>
          <p:cNvSpPr/>
          <p:nvPr/>
        </p:nvSpPr>
        <p:spPr>
          <a:xfrm rot="19747356">
            <a:off x="2919413" y="5532438"/>
            <a:ext cx="1077912" cy="16351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" name="Right Arrow 57"/>
          <p:cNvSpPr/>
          <p:nvPr/>
        </p:nvSpPr>
        <p:spPr>
          <a:xfrm rot="1065503">
            <a:off x="4440238" y="5430838"/>
            <a:ext cx="1597025" cy="166687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" name="Right Arrow 58"/>
          <p:cNvSpPr/>
          <p:nvPr/>
        </p:nvSpPr>
        <p:spPr>
          <a:xfrm rot="10800000">
            <a:off x="3151188" y="5837238"/>
            <a:ext cx="2636837" cy="18256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0" name="Straight Connector 59"/>
          <p:cNvCxnSpPr>
            <a:stCxn id="43" idx="3"/>
            <a:endCxn id="29" idx="2"/>
          </p:cNvCxnSpPr>
          <p:nvPr/>
        </p:nvCxnSpPr>
        <p:spPr>
          <a:xfrm flipV="1">
            <a:off x="2943225" y="5857875"/>
            <a:ext cx="3100388" cy="7620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/>
          <p:cNvGrpSpPr>
            <a:grpSpLocks/>
          </p:cNvGrpSpPr>
          <p:nvPr/>
        </p:nvGrpSpPr>
        <p:grpSpPr bwMode="auto">
          <a:xfrm>
            <a:off x="304800" y="6473825"/>
            <a:ext cx="7315200" cy="311150"/>
            <a:chOff x="304800" y="6474023"/>
            <a:chExt cx="7315200" cy="310754"/>
          </a:xfrm>
        </p:grpSpPr>
        <p:sp>
          <p:nvSpPr>
            <p:cNvPr id="8" name="Pentagon 7"/>
            <p:cNvSpPr/>
            <p:nvPr/>
          </p:nvSpPr>
          <p:spPr>
            <a:xfrm>
              <a:off x="6248400" y="6553297"/>
              <a:ext cx="152400" cy="152206"/>
            </a:xfrm>
            <a:prstGeom prst="homePlat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289" name="TextBox 8"/>
            <p:cNvSpPr txBox="1">
              <a:spLocks noChangeArrowheads="1"/>
            </p:cNvSpPr>
            <p:nvPr/>
          </p:nvSpPr>
          <p:spPr bwMode="auto">
            <a:xfrm>
              <a:off x="6324600" y="6474023"/>
              <a:ext cx="12954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/>
                <a:t>= Server stub</a:t>
              </a:r>
            </a:p>
          </p:txBody>
        </p:sp>
        <p:sp>
          <p:nvSpPr>
            <p:cNvPr id="11" name="Chevron 10"/>
            <p:cNvSpPr/>
            <p:nvPr/>
          </p:nvSpPr>
          <p:spPr>
            <a:xfrm>
              <a:off x="4876800" y="6553297"/>
              <a:ext cx="228600" cy="152206"/>
            </a:xfrm>
            <a:prstGeom prst="chevron">
              <a:avLst>
                <a:gd name="adj" fmla="val 45506"/>
              </a:avLst>
            </a:prstGeom>
            <a:solidFill>
              <a:schemeClr val="accent3">
                <a:lumMod val="50000"/>
              </a:scheme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291" name="TextBox 11"/>
            <p:cNvSpPr txBox="1">
              <a:spLocks noChangeArrowheads="1"/>
            </p:cNvSpPr>
            <p:nvPr/>
          </p:nvSpPr>
          <p:spPr bwMode="auto">
            <a:xfrm>
              <a:off x="5029200" y="6477000"/>
              <a:ext cx="12954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/>
                <a:t>= Client stub;</a:t>
              </a:r>
            </a:p>
          </p:txBody>
        </p:sp>
        <p:grpSp>
          <p:nvGrpSpPr>
            <p:cNvPr id="11292" name="Group 12"/>
            <p:cNvGrpSpPr>
              <a:grpSpLocks/>
            </p:cNvGrpSpPr>
            <p:nvPr/>
          </p:nvGrpSpPr>
          <p:grpSpPr bwMode="auto">
            <a:xfrm>
              <a:off x="304800" y="6477000"/>
              <a:ext cx="304800" cy="266700"/>
              <a:chOff x="7239000" y="3962400"/>
              <a:chExt cx="685800" cy="7620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7239000" y="3962954"/>
                <a:ext cx="685800" cy="761030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7239000" y="4497486"/>
                <a:ext cx="685800" cy="226497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sz="1050" dirty="0"/>
                  <a:t>n</a:t>
                </a:r>
              </a:p>
            </p:txBody>
          </p:sp>
        </p:grpSp>
        <p:sp>
          <p:nvSpPr>
            <p:cNvPr id="11293" name="TextBox 15"/>
            <p:cNvSpPr txBox="1">
              <a:spLocks noChangeArrowheads="1"/>
            </p:cNvSpPr>
            <p:nvPr/>
          </p:nvSpPr>
          <p:spPr bwMode="auto">
            <a:xfrm>
              <a:off x="533400" y="6477000"/>
              <a:ext cx="12954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/>
                <a:t>= Process n;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676400" y="6521587"/>
              <a:ext cx="207963" cy="229895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295" name="TextBox 32"/>
            <p:cNvSpPr txBox="1">
              <a:spLocks noChangeArrowheads="1"/>
            </p:cNvSpPr>
            <p:nvPr/>
          </p:nvSpPr>
          <p:spPr bwMode="auto">
            <a:xfrm>
              <a:off x="1828800" y="6474023"/>
              <a:ext cx="17526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/>
                <a:t>= Remote Object;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352800" y="6534271"/>
              <a:ext cx="228600" cy="226724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297" name="TextBox 63"/>
            <p:cNvSpPr txBox="1">
              <a:spLocks noChangeArrowheads="1"/>
            </p:cNvSpPr>
            <p:nvPr/>
          </p:nvSpPr>
          <p:spPr bwMode="auto">
            <a:xfrm>
              <a:off x="3515473" y="6477000"/>
              <a:ext cx="144780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1400"/>
                <a:t>= Caller Object;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07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8.582E-7 L 0.23455 0.0807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40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9" grpId="0" animBg="1"/>
      <p:bldP spid="54" grpId="0" animBg="1"/>
      <p:bldP spid="54" grpId="1" animBg="1"/>
      <p:bldP spid="55" grpId="0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Home-based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Each entity is assigned a </a:t>
            </a:r>
            <a:r>
              <a:rPr lang="en-US" sz="2400" dirty="0">
                <a:solidFill>
                  <a:srgbClr val="0000FF"/>
                </a:solidFill>
              </a:rPr>
              <a:t>home</a:t>
            </a:r>
            <a:r>
              <a:rPr lang="en-US" sz="2400" dirty="0"/>
              <a:t> node</a:t>
            </a:r>
          </a:p>
          <a:p>
            <a:pPr lvl="1">
              <a:defRPr/>
            </a:pPr>
            <a:r>
              <a:rPr lang="en-US" sz="1600" dirty="0"/>
              <a:t>Home node is typically static (has fixed access point and address)</a:t>
            </a:r>
          </a:p>
          <a:p>
            <a:pPr lvl="1">
              <a:defRPr/>
            </a:pPr>
            <a:r>
              <a:rPr lang="en-US" sz="1600" dirty="0"/>
              <a:t>Home node keeps track of current address of the entity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>
              <a:defRPr/>
            </a:pPr>
            <a:r>
              <a:rPr lang="en-US" sz="2400" dirty="0"/>
              <a:t>Entity-home interaction:</a:t>
            </a:r>
          </a:p>
          <a:p>
            <a:pPr lvl="1">
              <a:defRPr/>
            </a:pPr>
            <a:r>
              <a:rPr lang="en-US" sz="1600" dirty="0"/>
              <a:t>Entity’s home address is registered at a naming service</a:t>
            </a:r>
          </a:p>
          <a:p>
            <a:pPr lvl="1">
              <a:defRPr/>
            </a:pPr>
            <a:r>
              <a:rPr lang="en-US" sz="1600" dirty="0"/>
              <a:t>Entity updates the home about its current address (</a:t>
            </a:r>
            <a:r>
              <a:rPr lang="en-US" sz="1600" dirty="0">
                <a:solidFill>
                  <a:srgbClr val="0000FF"/>
                </a:solidFill>
              </a:rPr>
              <a:t>foreign address</a:t>
            </a:r>
            <a:r>
              <a:rPr lang="en-US" sz="1600" dirty="0"/>
              <a:t>) whenever it moves</a:t>
            </a:r>
          </a:p>
          <a:p>
            <a:pPr marL="457200" lvl="1" indent="0">
              <a:buFontTx/>
              <a:buNone/>
              <a:defRPr/>
            </a:pPr>
            <a:endParaRPr lang="en-US" sz="1600" dirty="0"/>
          </a:p>
          <a:p>
            <a:pPr>
              <a:defRPr/>
            </a:pPr>
            <a:r>
              <a:rPr lang="en-US" sz="2400" dirty="0"/>
              <a:t>Name resolution</a:t>
            </a:r>
          </a:p>
          <a:p>
            <a:pPr lvl="1">
              <a:defRPr/>
            </a:pPr>
            <a:r>
              <a:rPr lang="en-US" sz="1600" dirty="0"/>
              <a:t>Client contacts the home to obtain the foreign address</a:t>
            </a:r>
          </a:p>
          <a:p>
            <a:pPr lvl="1">
              <a:defRPr/>
            </a:pPr>
            <a:r>
              <a:rPr lang="en-US" sz="1600" dirty="0"/>
              <a:t>Client then contacts the entity at the foreign location</a:t>
            </a:r>
          </a:p>
        </p:txBody>
      </p:sp>
    </p:spTree>
    <p:extLst>
      <p:ext uri="{BB962C8B-B14F-4D97-AF65-F5344CB8AC3E}">
        <p14:creationId xmlns:p14="http://schemas.microsoft.com/office/powerpoint/2010/main" val="2327275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3600"/>
              <a:t>3. Home-based approaches – An example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/>
              <a:t>Example: Mobile-IP</a:t>
            </a:r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7162800"/>
            <a:ext cx="742315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8" name="Picture 2" descr="http://igcministries.org/images/WorldMap.gif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85800" y="2133599"/>
            <a:ext cx="8077200" cy="4455811"/>
          </a:xfrm>
          <a:prstGeom prst="rect">
            <a:avLst/>
          </a:prstGeom>
          <a:noFill/>
        </p:spPr>
      </p:pic>
      <p:pic>
        <p:nvPicPr>
          <p:cNvPr id="19459" name="Picture 3" descr="C:\Users\vkolar\AppData\Local\Microsoft\Windows\Temporary Internet Files\Content.IE5\HRUY4RJ7\MC900442122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516313"/>
            <a:ext cx="5461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 descr="C:\Users\vkolar\AppData\Local\Microsoft\Windows\Temporary Internet Files\Content.IE5\HRUY4RJ7\MC900331642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748213"/>
            <a:ext cx="7620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 descr="C:\Users\vkolar\AppData\Local\Microsoft\Windows\Temporary Internet Files\Content.IE5\HNBM0I5K\MC900431494[1]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4775" y="4319588"/>
            <a:ext cx="6731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521325" y="3554413"/>
            <a:ext cx="1143000" cy="2555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Home node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014913" y="2806700"/>
            <a:ext cx="1766887" cy="774700"/>
            <a:chOff x="5015602" y="2806085"/>
            <a:chExt cx="1766197" cy="775315"/>
          </a:xfrm>
        </p:grpSpPr>
        <p:pic>
          <p:nvPicPr>
            <p:cNvPr id="13334" name="Picture 4" descr="C:\Users\vkolar\AppData\Local\Microsoft\Windows\Temporary Internet Files\Content.IE5\VTHTR7LA\MC900330866[1].wmf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5602" y="2806085"/>
              <a:ext cx="460664" cy="775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11"/>
            <p:cNvSpPr/>
            <p:nvPr/>
          </p:nvSpPr>
          <p:spPr>
            <a:xfrm>
              <a:off x="5499600" y="2895056"/>
              <a:ext cx="1282199" cy="25579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400" dirty="0"/>
                <a:t>Mobile entity</a:t>
              </a:r>
            </a:p>
          </p:txBody>
        </p:sp>
      </p:grpSp>
      <p:sp>
        <p:nvSpPr>
          <p:cNvPr id="8" name="Freeform 7"/>
          <p:cNvSpPr/>
          <p:nvPr/>
        </p:nvSpPr>
        <p:spPr>
          <a:xfrm>
            <a:off x="1570038" y="2447925"/>
            <a:ext cx="3603625" cy="984250"/>
          </a:xfrm>
          <a:custGeom>
            <a:avLst/>
            <a:gdLst>
              <a:gd name="connsiteX0" fmla="*/ 0 w 3603812"/>
              <a:gd name="connsiteY0" fmla="*/ 682391 h 983605"/>
              <a:gd name="connsiteX1" fmla="*/ 2226833 w 3603812"/>
              <a:gd name="connsiteY1" fmla="*/ 4660 h 983605"/>
              <a:gd name="connsiteX2" fmla="*/ 3603812 w 3603812"/>
              <a:gd name="connsiteY2" fmla="*/ 983605 h 98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03812" h="983605">
                <a:moveTo>
                  <a:pt x="0" y="682391"/>
                </a:moveTo>
                <a:cubicBezTo>
                  <a:pt x="813099" y="318424"/>
                  <a:pt x="1626198" y="-45542"/>
                  <a:pt x="2226833" y="4660"/>
                </a:cubicBezTo>
                <a:cubicBezTo>
                  <a:pt x="2827468" y="54862"/>
                  <a:pt x="3215640" y="519233"/>
                  <a:pt x="3603812" y="983605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291013" y="2119313"/>
            <a:ext cx="2370137" cy="520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1. Update home node about the foreign address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4600" y="3798888"/>
            <a:ext cx="2371725" cy="520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2. Client sends the packet to the mobile entity at its home node</a:t>
            </a:r>
          </a:p>
        </p:txBody>
      </p:sp>
      <p:sp>
        <p:nvSpPr>
          <p:cNvPr id="10" name="Freeform 9"/>
          <p:cNvSpPr/>
          <p:nvPr/>
        </p:nvSpPr>
        <p:spPr>
          <a:xfrm>
            <a:off x="5435600" y="3908425"/>
            <a:ext cx="1919288" cy="1035050"/>
          </a:xfrm>
          <a:custGeom>
            <a:avLst/>
            <a:gdLst>
              <a:gd name="connsiteX0" fmla="*/ 1919235 w 1919235"/>
              <a:gd name="connsiteY0" fmla="*/ 1034980 h 1034980"/>
              <a:gd name="connsiteX1" fmla="*/ 0 w 1919235"/>
              <a:gd name="connsiteY1" fmla="*/ 0 h 1034980"/>
              <a:gd name="connsiteX2" fmla="*/ 0 w 1919235"/>
              <a:gd name="connsiteY2" fmla="*/ 0 h 103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9235" h="1034980">
                <a:moveTo>
                  <a:pt x="1919235" y="103498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Freeform 17"/>
          <p:cNvSpPr/>
          <p:nvPr/>
        </p:nvSpPr>
        <p:spPr>
          <a:xfrm rot="10800000">
            <a:off x="5334000" y="4070350"/>
            <a:ext cx="1919288" cy="1035050"/>
          </a:xfrm>
          <a:custGeom>
            <a:avLst/>
            <a:gdLst>
              <a:gd name="connsiteX0" fmla="*/ 1919235 w 1919235"/>
              <a:gd name="connsiteY0" fmla="*/ 1034980 h 1034980"/>
              <a:gd name="connsiteX1" fmla="*/ 0 w 1919235"/>
              <a:gd name="connsiteY1" fmla="*/ 0 h 1034980"/>
              <a:gd name="connsiteX2" fmla="*/ 0 w 1919235"/>
              <a:gd name="connsiteY2" fmla="*/ 0 h 103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9235" h="1034980">
                <a:moveTo>
                  <a:pt x="1919235" y="103498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254250" y="3708400"/>
            <a:ext cx="2370138" cy="520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3a. Home node forwards the message to the foreign address of the mobile entity</a:t>
            </a:r>
          </a:p>
        </p:txBody>
      </p:sp>
      <p:sp>
        <p:nvSpPr>
          <p:cNvPr id="20" name="Freeform 19"/>
          <p:cNvSpPr/>
          <p:nvPr/>
        </p:nvSpPr>
        <p:spPr>
          <a:xfrm>
            <a:off x="2057400" y="3321050"/>
            <a:ext cx="2667000" cy="339725"/>
          </a:xfrm>
          <a:custGeom>
            <a:avLst/>
            <a:gdLst>
              <a:gd name="connsiteX0" fmla="*/ 1919235 w 1919235"/>
              <a:gd name="connsiteY0" fmla="*/ 1034980 h 1034980"/>
              <a:gd name="connsiteX1" fmla="*/ 0 w 1919235"/>
              <a:gd name="connsiteY1" fmla="*/ 0 h 1034980"/>
              <a:gd name="connsiteX2" fmla="*/ 0 w 1919235"/>
              <a:gd name="connsiteY2" fmla="*/ 0 h 103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19235" h="1034980">
                <a:moveTo>
                  <a:pt x="1919235" y="103498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843338" y="4656138"/>
            <a:ext cx="2449512" cy="5207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3b. Home node replies the client with the  current IP address of the mobile entity</a:t>
            </a:r>
          </a:p>
        </p:txBody>
      </p:sp>
      <p:pic>
        <p:nvPicPr>
          <p:cNvPr id="22" name="Picture 6" descr="C:\Users\vkolar\AppData\Local\Microsoft\Windows\Temporary Internet Files\Content.IE5\HNBM0I5K\MC900431494[1]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486400"/>
            <a:ext cx="674688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reeform 10"/>
          <p:cNvSpPr/>
          <p:nvPr/>
        </p:nvSpPr>
        <p:spPr>
          <a:xfrm>
            <a:off x="1798638" y="3589338"/>
            <a:ext cx="5310187" cy="2398712"/>
          </a:xfrm>
          <a:custGeom>
            <a:avLst/>
            <a:gdLst>
              <a:gd name="connsiteX0" fmla="*/ 5309420 w 5309420"/>
              <a:gd name="connsiteY0" fmla="*/ 1818968 h 2399571"/>
              <a:gd name="connsiteX1" fmla="*/ 2202426 w 5309420"/>
              <a:gd name="connsiteY1" fmla="*/ 2290916 h 2399571"/>
              <a:gd name="connsiteX2" fmla="*/ 0 w 5309420"/>
              <a:gd name="connsiteY2" fmla="*/ 0 h 2399571"/>
              <a:gd name="connsiteX3" fmla="*/ 0 w 5309420"/>
              <a:gd name="connsiteY3" fmla="*/ 0 h 239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9420" h="2399571">
                <a:moveTo>
                  <a:pt x="5309420" y="1818968"/>
                </a:moveTo>
                <a:cubicBezTo>
                  <a:pt x="4198374" y="2206522"/>
                  <a:pt x="3087329" y="2594077"/>
                  <a:pt x="2202426" y="2290916"/>
                </a:cubicBezTo>
                <a:cubicBezTo>
                  <a:pt x="1317523" y="1987755"/>
                  <a:pt x="0" y="0"/>
                  <a:pt x="0" y="0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28700" y="5575300"/>
            <a:ext cx="2552700" cy="7493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>
                <a:solidFill>
                  <a:srgbClr val="FFFFFF"/>
                </a:solidFill>
              </a:rPr>
              <a:t>4. Client directly sends all subsequent packets directly to the foreign address of the mobile entity</a:t>
            </a:r>
          </a:p>
        </p:txBody>
      </p:sp>
    </p:spTree>
    <p:extLst>
      <p:ext uri="{BB962C8B-B14F-4D97-AF65-F5344CB8AC3E}">
        <p14:creationId xmlns:p14="http://schemas.microsoft.com/office/powerpoint/2010/main" val="51368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4.52695E-6 L -0.26684 0.09345 L -0.41337 0.00138 " pathEditMode="relative" rAng="326483" ptsTypes="AAA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920" y="37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76 -0.00208 C -0.04601 -0.00809 -0.04966 -0.01688 -0.05747 -0.01966 C -0.06337 -0.02475 -0.06927 -0.02775 -0.07604 -0.02984 C -0.07761 -0.03076 -0.079 -0.03215 -0.08056 -0.03284 C -0.0842 -0.03423 -0.0915 -0.03562 -0.0915 -0.03562 C -0.10226 -0.0414 -0.11181 -0.0458 -0.12344 -0.04742 C -0.12795 -0.0488 -0.13091 -0.05181 -0.13542 -0.0532 C -0.14254 -0.06037 -0.15174 -0.06338 -0.15955 -0.06939 C -0.16337 -0.0724 -0.16528 -0.0761 -0.16945 -0.07818 C -0.17795 -0.08281 -0.17032 -0.07888 -0.17726 -0.08397 C -0.18004 -0.08605 -0.18594 -0.08975 -0.18594 -0.08975 C -0.18941 -0.09646 -0.19566 -0.09669 -0.20139 -0.09854 C -0.20486 -0.10548 -0.2099 -0.10409 -0.21563 -0.10594 C -0.22709 -0.11635 -0.25139 -0.11519 -0.26511 -0.11774 C -0.27361 -0.12121 -0.28177 -0.12537 -0.29045 -0.12792 C -0.29896 -0.13555 -0.31754 -0.13948 -0.32778 -0.1411 C -0.33247 -0.14272 -0.3375 -0.14272 -0.34202 -0.1455 " pathEditMode="relative" ptsTypes="ffffffffffffffffA">
                                      <p:cBhvr>
                                        <p:cTn id="28" dur="20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6 6.41684E-6 L -0.53333 -0.33309 " pathEditMode="relative" ptsTypes="AA">
                                      <p:cBhvr>
                                        <p:cTn id="5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6" grpId="0" animBg="1"/>
      <p:bldP spid="19" grpId="0" animBg="1"/>
      <p:bldP spid="21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763000" cy="1143000"/>
          </a:xfrm>
        </p:spPr>
        <p:txBody>
          <a:bodyPr/>
          <a:lstStyle/>
          <a:p>
            <a:r>
              <a:rPr lang="en-US" sz="3600"/>
              <a:t>3. Home-based approaches – Challenges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Home address is permanent for an entity’s lifetime</a:t>
            </a:r>
          </a:p>
          <a:p>
            <a:pPr lvl="1"/>
            <a:r>
              <a:rPr lang="en-US" sz="2000"/>
              <a:t>If the entity permanently moves, then a simple home-based approach incurs higher communication overhead</a:t>
            </a:r>
          </a:p>
          <a:p>
            <a:pPr lvl="4"/>
            <a:endParaRPr lang="en-US" sz="1200"/>
          </a:p>
          <a:p>
            <a:r>
              <a:rPr lang="en-US" sz="2400"/>
              <a:t>Connection set-up overheads due to communication between the client and home can be excessive</a:t>
            </a:r>
          </a:p>
          <a:p>
            <a:pPr lvl="1"/>
            <a:r>
              <a:rPr lang="en-US" sz="2000"/>
              <a:t>Consider the scenario where the clients are nearer to the mobile entity than the home entity</a:t>
            </a:r>
          </a:p>
        </p:txBody>
      </p:sp>
      <p:pic>
        <p:nvPicPr>
          <p:cNvPr id="4" name="Picture 2" descr="http://igcministries.org/images/WorldMap.gif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81069" y="4648200"/>
            <a:ext cx="3922534" cy="1928026"/>
          </a:xfrm>
          <a:prstGeom prst="rect">
            <a:avLst/>
          </a:prstGeom>
          <a:noFill/>
        </p:spPr>
      </p:pic>
      <p:pic>
        <p:nvPicPr>
          <p:cNvPr id="14341" name="Picture 4" descr="C:\Users\vkolar\AppData\Local\Microsoft\Windows\Temporary Internet Files\Content.IE5\VTHTR7LA\MC900330866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00" y="5095875"/>
            <a:ext cx="284163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3" descr="C:\Users\vkolar\AppData\Local\Microsoft\Windows\Temporary Internet Files\Content.IE5\HRUY4RJ7\MC900442122[1]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63" y="5151438"/>
            <a:ext cx="477837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5" descr="C:\Users\vkolar\AppData\Local\Microsoft\Windows\Temporary Internet Files\Content.IE5\HRUY4RJ7\MC900331642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363" y="5181600"/>
            <a:ext cx="331787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 flipV="1">
            <a:off x="3886200" y="5453063"/>
            <a:ext cx="1135063" cy="15875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3773488" y="5402263"/>
            <a:ext cx="1247775" cy="50800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14341" idx="1"/>
          </p:cNvCxnSpPr>
          <p:nvPr/>
        </p:nvCxnSpPr>
        <p:spPr>
          <a:xfrm>
            <a:off x="3394075" y="5335588"/>
            <a:ext cx="174625" cy="0"/>
          </a:xfrm>
          <a:prstGeom prst="straightConnector1">
            <a:avLst/>
          </a:prstGeom>
          <a:ln w="19050">
            <a:solidFill>
              <a:srgbClr val="0000FF"/>
            </a:solidFill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347" name="Picture 5" descr="C:\Users\vkolar\AppData\Local\Microsoft\Windows\Temporary Internet Files\Content.IE5\HRUY4RJ7\MC900331642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13" y="4800600"/>
            <a:ext cx="331787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Arrow Connector 12"/>
          <p:cNvCxnSpPr>
            <a:stCxn id="14347" idx="3"/>
            <a:endCxn id="14341" idx="0"/>
          </p:cNvCxnSpPr>
          <p:nvPr/>
        </p:nvCxnSpPr>
        <p:spPr>
          <a:xfrm>
            <a:off x="3581400" y="5013325"/>
            <a:ext cx="128588" cy="82550"/>
          </a:xfrm>
          <a:prstGeom prst="straightConnector1">
            <a:avLst/>
          </a:prstGeom>
          <a:ln w="19050">
            <a:solidFill>
              <a:srgbClr val="0000FF"/>
            </a:solidFill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349" name="Picture 5" descr="C:\Users\vkolar\AppData\Local\Microsoft\Windows\Temporary Internet Files\Content.IE5\HRUY4RJ7\MC900331642[1].wm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413" y="5595938"/>
            <a:ext cx="331787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Straight Arrow Connector 16"/>
          <p:cNvCxnSpPr>
            <a:stCxn id="14349" idx="0"/>
          </p:cNvCxnSpPr>
          <p:nvPr/>
        </p:nvCxnSpPr>
        <p:spPr>
          <a:xfrm flipH="1" flipV="1">
            <a:off x="3646488" y="5453063"/>
            <a:ext cx="73025" cy="142875"/>
          </a:xfrm>
          <a:prstGeom prst="straightConnector1">
            <a:avLst/>
          </a:prstGeom>
          <a:ln w="19050">
            <a:solidFill>
              <a:srgbClr val="0000FF"/>
            </a:solidFill>
            <a:prstDash val="solid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03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Distributed Hash Table (DHT)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DHT is a class of decentralized distributed system that provides a lookup service similar to a hash table</a:t>
            </a:r>
          </a:p>
          <a:p>
            <a:pPr lvl="1"/>
            <a:r>
              <a:rPr lang="en-US" sz="2000" i="1"/>
              <a:t>(key, value)</a:t>
            </a:r>
            <a:r>
              <a:rPr lang="en-US" sz="2000"/>
              <a:t> pair is stored in the nodes participating in the DHT</a:t>
            </a:r>
          </a:p>
          <a:p>
            <a:pPr lvl="1"/>
            <a:r>
              <a:rPr lang="en-US" sz="2000"/>
              <a:t>The responsibility for maintaining the mapping from keys to values is distributed among the nodes</a:t>
            </a:r>
          </a:p>
          <a:p>
            <a:pPr lvl="1"/>
            <a:r>
              <a:rPr lang="en-US" sz="2000"/>
              <a:t>Any participating node can retrieve the value for a given key</a:t>
            </a:r>
          </a:p>
          <a:p>
            <a:pPr lvl="4"/>
            <a:endParaRPr lang="en-US" sz="1200"/>
          </a:p>
          <a:p>
            <a:r>
              <a:rPr lang="en-US" sz="2400"/>
              <a:t>We will study a representative DHT known as </a:t>
            </a:r>
            <a:r>
              <a:rPr lang="en-US" sz="2400">
                <a:solidFill>
                  <a:srgbClr val="0000FF"/>
                </a:solidFill>
              </a:rPr>
              <a:t>Chord</a:t>
            </a:r>
          </a:p>
        </p:txBody>
      </p:sp>
      <p:sp>
        <p:nvSpPr>
          <p:cNvPr id="2" name="Rectangle 1"/>
          <p:cNvSpPr/>
          <p:nvPr/>
        </p:nvSpPr>
        <p:spPr>
          <a:xfrm>
            <a:off x="862013" y="5257800"/>
            <a:ext cx="10668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/>
              <a:t>Pink Panther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9313" y="5648325"/>
            <a:ext cx="1065212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/>
              <a:t>cs.qatar.cmu.edu</a:t>
            </a:r>
          </a:p>
        </p:txBody>
      </p:sp>
      <p:sp>
        <p:nvSpPr>
          <p:cNvPr id="6" name="Rectangle 5"/>
          <p:cNvSpPr/>
          <p:nvPr/>
        </p:nvSpPr>
        <p:spPr>
          <a:xfrm>
            <a:off x="849313" y="6096000"/>
            <a:ext cx="1079500" cy="304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/>
              <a:t>86.56.87.93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2513" y="5257800"/>
            <a:ext cx="9144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Hash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2513" y="5646738"/>
            <a:ext cx="9144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Hash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9813" y="6096000"/>
            <a:ext cx="914400" cy="3048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Hash 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5213" y="5257800"/>
            <a:ext cx="1066800" cy="3048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/>
              <a:t>ASDFADFAD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2513" y="5638800"/>
            <a:ext cx="1065212" cy="3048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/>
              <a:t>DGRAFEWRH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2513" y="6096000"/>
            <a:ext cx="1079500" cy="3048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1050" dirty="0"/>
              <a:t>4PINL3LK4DF</a:t>
            </a:r>
          </a:p>
        </p:txBody>
      </p:sp>
      <p:sp>
        <p:nvSpPr>
          <p:cNvPr id="4" name="Cloud 3"/>
          <p:cNvSpPr/>
          <p:nvPr/>
        </p:nvSpPr>
        <p:spPr>
          <a:xfrm>
            <a:off x="5040313" y="5257800"/>
            <a:ext cx="2819400" cy="1143000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573713" y="5562600"/>
            <a:ext cx="76200" cy="8413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564313" y="5756275"/>
            <a:ext cx="76200" cy="8413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030913" y="5997575"/>
            <a:ext cx="76200" cy="8413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" name="Straight Arrow Connector 13"/>
          <p:cNvCxnSpPr>
            <a:stCxn id="2" idx="3"/>
          </p:cNvCxnSpPr>
          <p:nvPr/>
        </p:nvCxnSpPr>
        <p:spPr>
          <a:xfrm>
            <a:off x="1928813" y="54102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5" idx="3"/>
            <a:endCxn id="8" idx="1"/>
          </p:cNvCxnSpPr>
          <p:nvPr/>
        </p:nvCxnSpPr>
        <p:spPr>
          <a:xfrm flipV="1">
            <a:off x="1914525" y="5799138"/>
            <a:ext cx="407988" cy="158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6" idx="3"/>
            <a:endCxn id="9" idx="1"/>
          </p:cNvCxnSpPr>
          <p:nvPr/>
        </p:nvCxnSpPr>
        <p:spPr>
          <a:xfrm>
            <a:off x="1928813" y="6248400"/>
            <a:ext cx="3810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0" idx="1"/>
          </p:cNvCxnSpPr>
          <p:nvPr/>
        </p:nvCxnSpPr>
        <p:spPr>
          <a:xfrm>
            <a:off x="3236913" y="5410200"/>
            <a:ext cx="3683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8" idx="3"/>
            <a:endCxn id="11" idx="1"/>
          </p:cNvCxnSpPr>
          <p:nvPr/>
        </p:nvCxnSpPr>
        <p:spPr>
          <a:xfrm flipV="1">
            <a:off x="3236913" y="5791200"/>
            <a:ext cx="355600" cy="793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9" idx="3"/>
            <a:endCxn id="12" idx="1"/>
          </p:cNvCxnSpPr>
          <p:nvPr/>
        </p:nvCxnSpPr>
        <p:spPr>
          <a:xfrm>
            <a:off x="3224213" y="6248400"/>
            <a:ext cx="3683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0" idx="3"/>
          </p:cNvCxnSpPr>
          <p:nvPr/>
        </p:nvCxnSpPr>
        <p:spPr>
          <a:xfrm>
            <a:off x="4672013" y="5410200"/>
            <a:ext cx="901700" cy="1936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1" idx="3"/>
          </p:cNvCxnSpPr>
          <p:nvPr/>
        </p:nvCxnSpPr>
        <p:spPr>
          <a:xfrm>
            <a:off x="4657725" y="5791200"/>
            <a:ext cx="190658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2" idx="3"/>
            <a:endCxn id="17" idx="2"/>
          </p:cNvCxnSpPr>
          <p:nvPr/>
        </p:nvCxnSpPr>
        <p:spPr>
          <a:xfrm flipV="1">
            <a:off x="4672013" y="6038850"/>
            <a:ext cx="1358900" cy="2095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6" name="TextBox 14346"/>
          <p:cNvSpPr txBox="1">
            <a:spLocks noChangeArrowheads="1"/>
          </p:cNvSpPr>
          <p:nvPr/>
        </p:nvSpPr>
        <p:spPr bwMode="auto">
          <a:xfrm>
            <a:off x="1066800" y="4870450"/>
            <a:ext cx="673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 b="1"/>
              <a:t>DATA</a:t>
            </a:r>
          </a:p>
        </p:txBody>
      </p:sp>
      <p:sp>
        <p:nvSpPr>
          <p:cNvPr id="15387" name="TextBox 47"/>
          <p:cNvSpPr txBox="1">
            <a:spLocks noChangeArrowheads="1"/>
          </p:cNvSpPr>
          <p:nvPr/>
        </p:nvSpPr>
        <p:spPr bwMode="auto">
          <a:xfrm>
            <a:off x="3810000" y="4873625"/>
            <a:ext cx="673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 b="1"/>
              <a:t>KEY</a:t>
            </a:r>
          </a:p>
        </p:txBody>
      </p:sp>
      <p:sp>
        <p:nvSpPr>
          <p:cNvPr id="15388" name="TextBox 48"/>
          <p:cNvSpPr txBox="1">
            <a:spLocks noChangeArrowheads="1"/>
          </p:cNvSpPr>
          <p:nvPr/>
        </p:nvSpPr>
        <p:spPr bwMode="auto">
          <a:xfrm>
            <a:off x="5168900" y="4873625"/>
            <a:ext cx="2400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400" b="1"/>
              <a:t>DISTRIBUTED NETWORK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5649913" y="5603875"/>
            <a:ext cx="2427287" cy="15240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6640513" y="5791200"/>
            <a:ext cx="1436687" cy="793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6183313" y="5840413"/>
            <a:ext cx="1893887" cy="19843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92" name="TextBox 61"/>
          <p:cNvSpPr txBox="1">
            <a:spLocks noChangeArrowheads="1"/>
          </p:cNvSpPr>
          <p:nvPr/>
        </p:nvSpPr>
        <p:spPr bwMode="auto">
          <a:xfrm>
            <a:off x="7924800" y="5473700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Participating Nodes</a:t>
            </a:r>
          </a:p>
        </p:txBody>
      </p:sp>
    </p:spTree>
    <p:extLst>
      <p:ext uri="{BB962C8B-B14F-4D97-AF65-F5344CB8AC3E}">
        <p14:creationId xmlns:p14="http://schemas.microsoft.com/office/powerpoint/2010/main" val="1147107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Chord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5943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400"/>
              <a:t>Chord assigns an </a:t>
            </a:r>
            <a:r>
              <a:rPr lang="en-US" sz="2400" i="1"/>
              <a:t>m-bit identifier</a:t>
            </a:r>
            <a:r>
              <a:rPr lang="en-US" sz="2400"/>
              <a:t> key (randomly chosen) to each node</a:t>
            </a:r>
          </a:p>
          <a:p>
            <a:pPr lvl="1"/>
            <a:r>
              <a:rPr lang="en-US" sz="2000"/>
              <a:t>Each node can be contacted through its network address</a:t>
            </a:r>
          </a:p>
          <a:p>
            <a:pPr lvl="4"/>
            <a:endParaRPr lang="en-US" sz="800"/>
          </a:p>
          <a:p>
            <a:r>
              <a:rPr lang="en-US" sz="2400"/>
              <a:t>Chord also maps each entity to an m-bit identifier key</a:t>
            </a:r>
          </a:p>
          <a:p>
            <a:pPr lvl="1"/>
            <a:r>
              <a:rPr lang="en-US" sz="2000"/>
              <a:t>Entities can be processes, files, etc.</a:t>
            </a:r>
          </a:p>
          <a:p>
            <a:pPr lvl="4"/>
            <a:endParaRPr lang="en-US" sz="400"/>
          </a:p>
          <a:p>
            <a:r>
              <a:rPr lang="en-US" sz="2400"/>
              <a:t>Mapping of entities to nodes</a:t>
            </a:r>
          </a:p>
          <a:p>
            <a:pPr lvl="1"/>
            <a:r>
              <a:rPr lang="en-US" sz="2000"/>
              <a:t>Each node is responsible for a set of entities</a:t>
            </a:r>
          </a:p>
          <a:p>
            <a:pPr lvl="1"/>
            <a:r>
              <a:rPr lang="en-US" sz="2000"/>
              <a:t>An entity with </a:t>
            </a:r>
            <a:r>
              <a:rPr lang="en-US" sz="2000">
                <a:solidFill>
                  <a:srgbClr val="0000FF"/>
                </a:solidFill>
              </a:rPr>
              <a:t>key </a:t>
            </a:r>
            <a:r>
              <a:rPr lang="en-US" sz="20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000"/>
              <a:t> falls under the jurisdiction of the node with smallest identifier </a:t>
            </a:r>
            <a:r>
              <a:rPr lang="en-US" sz="2000" i="1">
                <a:latin typeface="Courier New" pitchFamily="49" charset="0"/>
                <a:cs typeface="Courier New" pitchFamily="49" charset="0"/>
              </a:rPr>
              <a:t>id &gt;= k</a:t>
            </a:r>
            <a:r>
              <a:rPr lang="en-US" sz="2000" i="1"/>
              <a:t>.</a:t>
            </a:r>
            <a:r>
              <a:rPr lang="en-US" sz="2000"/>
              <a:t> This node is known as the </a:t>
            </a:r>
            <a:r>
              <a:rPr lang="en-US" sz="2000" i="1"/>
              <a:t>successor of </a:t>
            </a:r>
            <a:r>
              <a:rPr lang="en-US" sz="2000" i="1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2000"/>
              <a:t>, and is denoted by </a:t>
            </a:r>
            <a:r>
              <a:rPr lang="en-US" sz="2000" i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succ(k)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7848600" y="1978025"/>
            <a:ext cx="914400" cy="762000"/>
            <a:chOff x="7239000" y="3962400"/>
            <a:chExt cx="685800" cy="762000"/>
          </a:xfrm>
        </p:grpSpPr>
        <p:sp>
          <p:nvSpPr>
            <p:cNvPr id="4" name="Rectangle 3"/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dirty="0"/>
                <a:t>Node 000</a:t>
              </a:r>
            </a:p>
          </p:txBody>
        </p:sp>
      </p:grp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7858125" y="3033713"/>
            <a:ext cx="914400" cy="762000"/>
            <a:chOff x="7239000" y="3962400"/>
            <a:chExt cx="685800" cy="762000"/>
          </a:xfrm>
        </p:grpSpPr>
        <p:sp>
          <p:nvSpPr>
            <p:cNvPr id="8" name="Rectangle 7"/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dirty="0"/>
                <a:t>Node 005</a:t>
              </a:r>
            </a:p>
          </p:txBody>
        </p:sp>
      </p:grp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7858125" y="4187825"/>
            <a:ext cx="914400" cy="762000"/>
            <a:chOff x="7239000" y="3962400"/>
            <a:chExt cx="685800" cy="762000"/>
          </a:xfrm>
        </p:grpSpPr>
        <p:sp>
          <p:nvSpPr>
            <p:cNvPr id="11" name="Rectangle 10"/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dirty="0"/>
                <a:t>Node 010</a:t>
              </a:r>
            </a:p>
          </p:txBody>
        </p:sp>
      </p:grpSp>
      <p:grpSp>
        <p:nvGrpSpPr>
          <p:cNvPr id="13" name="Group 21"/>
          <p:cNvGrpSpPr>
            <a:grpSpLocks/>
          </p:cNvGrpSpPr>
          <p:nvPr/>
        </p:nvGrpSpPr>
        <p:grpSpPr bwMode="auto">
          <a:xfrm>
            <a:off x="7858125" y="5257800"/>
            <a:ext cx="904875" cy="762000"/>
            <a:chOff x="7239000" y="3962400"/>
            <a:chExt cx="685800" cy="762000"/>
          </a:xfrm>
        </p:grpSpPr>
        <p:sp>
          <p:nvSpPr>
            <p:cNvPr id="23" name="Rectangle 22"/>
            <p:cNvSpPr/>
            <p:nvPr/>
          </p:nvSpPr>
          <p:spPr>
            <a:xfrm>
              <a:off x="7239000" y="3962400"/>
              <a:ext cx="685800" cy="76200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239000" y="4495800"/>
              <a:ext cx="685800" cy="2286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100" dirty="0"/>
                <a:t>Node  301</a:t>
              </a:r>
            </a:p>
          </p:txBody>
        </p:sp>
      </p:grpSp>
      <p:sp>
        <p:nvSpPr>
          <p:cNvPr id="25" name="Oval 24"/>
          <p:cNvSpPr/>
          <p:nvPr/>
        </p:nvSpPr>
        <p:spPr>
          <a:xfrm>
            <a:off x="6858000" y="1978025"/>
            <a:ext cx="609600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000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0" y="2457450"/>
            <a:ext cx="609600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003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2971800"/>
            <a:ext cx="609600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004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3424238"/>
            <a:ext cx="609600" cy="23018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008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0" y="3959225"/>
            <a:ext cx="609600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040</a:t>
            </a:r>
          </a:p>
        </p:txBody>
      </p:sp>
      <p:sp>
        <p:nvSpPr>
          <p:cNvPr id="31" name="Oval 30"/>
          <p:cNvSpPr/>
          <p:nvPr/>
        </p:nvSpPr>
        <p:spPr>
          <a:xfrm>
            <a:off x="6867525" y="4492625"/>
            <a:ext cx="609600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079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0" y="5105400"/>
            <a:ext cx="619125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540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705600" y="1371600"/>
            <a:ext cx="83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/>
              <a:t>Entity with id k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620000" y="1381125"/>
            <a:ext cx="137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400" i="1"/>
              <a:t>Node n</a:t>
            </a:r>
            <a:r>
              <a:rPr lang="en-US" sz="1400"/>
              <a:t> (node with id=n)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8400" y="6096000"/>
            <a:ext cx="2667000" cy="5334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0000FF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Match each entity with key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400" dirty="0"/>
              <a:t> with node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(k)</a:t>
            </a:r>
          </a:p>
        </p:txBody>
      </p:sp>
      <p:cxnSp>
        <p:nvCxnSpPr>
          <p:cNvPr id="34" name="Straight Arrow Connector 33"/>
          <p:cNvCxnSpPr>
            <a:stCxn id="23" idx="3"/>
          </p:cNvCxnSpPr>
          <p:nvPr/>
        </p:nvCxnSpPr>
        <p:spPr>
          <a:xfrm>
            <a:off x="8763000" y="5638800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8905875" y="2359025"/>
            <a:ext cx="0" cy="327977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4" idx="3"/>
          </p:cNvCxnSpPr>
          <p:nvPr/>
        </p:nvCxnSpPr>
        <p:spPr>
          <a:xfrm flipH="1">
            <a:off x="8763000" y="2359025"/>
            <a:ext cx="1524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81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98936E-6 L 0.125 0.0391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9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8.83646E-7 L 0.125 0.12468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62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6354E-6 L 0.125 0.01642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95559E-6 L 0.125 0.15059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75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00185E-7 L 0.125 0.22785 " pathEditMode="relative" rAng="0" ptsTypes="AA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113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2031E-6 L 0.12396 0.11682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98" y="5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04811E-6 L 0.12448 -0.44991 " pathEditMode="relative" rAng="0" ptsTypes="AA">
                                      <p:cBhvr>
                                        <p:cTn id="94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15" y="-225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2" grpId="0"/>
      <p:bldP spid="33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41020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The main issue in DHT-based solution is to efficiently resolve a key </a:t>
            </a:r>
            <a:r>
              <a:rPr lang="en-US" sz="2000" i="1" dirty="0"/>
              <a:t>k</a:t>
            </a:r>
            <a:r>
              <a:rPr lang="en-US" sz="2000" dirty="0"/>
              <a:t> to the network location of </a:t>
            </a:r>
            <a:r>
              <a:rPr lang="en-US" sz="2000" i="1" dirty="0" err="1"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2000" i="1" dirty="0">
                <a:latin typeface="Courier New" pitchFamily="49" charset="0"/>
                <a:cs typeface="Courier New" pitchFamily="49" charset="0"/>
              </a:rPr>
              <a:t>(k)</a:t>
            </a:r>
          </a:p>
          <a:p>
            <a:pPr lvl="1">
              <a:defRPr/>
            </a:pPr>
            <a:r>
              <a:rPr lang="en-US" sz="1800" i="1" dirty="0"/>
              <a:t>Given an entity with key </a:t>
            </a:r>
            <a:r>
              <a:rPr lang="en-US" sz="1800" i="1" dirty="0"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800" i="1" dirty="0"/>
              <a:t> on node n, how to find the node </a:t>
            </a:r>
            <a:r>
              <a:rPr lang="en-US" sz="1800" i="1" dirty="0" err="1"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1800" i="1" dirty="0">
                <a:latin typeface="Courier New" pitchFamily="49" charset="0"/>
                <a:cs typeface="Courier New" pitchFamily="49" charset="0"/>
              </a:rPr>
              <a:t>(k)</a:t>
            </a:r>
            <a:r>
              <a:rPr lang="en-US" sz="1800" i="1" dirty="0"/>
              <a:t>?</a:t>
            </a:r>
          </a:p>
          <a:p>
            <a:pPr marL="457200" lvl="1" indent="0">
              <a:buFontTx/>
              <a:buNone/>
              <a:defRPr/>
            </a:pPr>
            <a:endParaRPr lang="en-US" sz="2000" dirty="0"/>
          </a:p>
        </p:txBody>
      </p:sp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A Naïve Key Resolution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2209800"/>
            <a:ext cx="3429000" cy="3416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All nodes are arranged in a logical ring according to their keys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Each node ‘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’ keeps track of its immediate neighbors: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(p)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(p)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 node ‘n’ receives a request to resolve key ‘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’:</a:t>
            </a:r>
          </a:p>
          <a:p>
            <a:pPr marL="512763" lvl="1" indent="-173038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(p) &lt; k &lt;=p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node will handle it</a:t>
            </a:r>
          </a:p>
          <a:p>
            <a:pPr marL="512763" lvl="1" indent="-173038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Else it will simply forward it to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(n)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or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(n)</a:t>
            </a:r>
          </a:p>
        </p:txBody>
      </p:sp>
      <p:sp>
        <p:nvSpPr>
          <p:cNvPr id="9" name="Arc 8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17064527"/>
              <a:gd name="adj2" fmla="val 18638678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Arc 9"/>
          <p:cNvSpPr/>
          <p:nvPr/>
        </p:nvSpPr>
        <p:spPr>
          <a:xfrm>
            <a:off x="817563" y="2743200"/>
            <a:ext cx="3429000" cy="3352800"/>
          </a:xfrm>
          <a:prstGeom prst="arc">
            <a:avLst>
              <a:gd name="adj1" fmla="val 13780862"/>
              <a:gd name="adj2" fmla="val 16720764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04800" y="6596063"/>
            <a:ext cx="277813" cy="157162"/>
            <a:chOff x="4291869" y="570503"/>
            <a:chExt cx="277150" cy="158105"/>
          </a:xfrm>
        </p:grpSpPr>
        <p:sp>
          <p:nvSpPr>
            <p:cNvPr id="12" name="Rounded Rectangle 11"/>
            <p:cNvSpPr/>
            <p:nvPr/>
          </p:nvSpPr>
          <p:spPr>
            <a:xfrm>
              <a:off x="4291869" y="570503"/>
              <a:ext cx="277150" cy="158105"/>
            </a:xfrm>
            <a:prstGeom prst="round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3" name="Rounded Rectangle 4"/>
            <p:cNvSpPr/>
            <p:nvPr/>
          </p:nvSpPr>
          <p:spPr>
            <a:xfrm>
              <a:off x="4299788" y="578488"/>
              <a:ext cx="261312" cy="142136"/>
            </a:xfrm>
            <a:prstGeom prst="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900" dirty="0">
                  <a:solidFill>
                    <a:srgbClr val="FFFFFF"/>
                  </a:solidFill>
                </a:rPr>
                <a:t>n</a:t>
              </a:r>
            </a:p>
          </p:txBody>
        </p:sp>
      </p:grp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533400" y="6553200"/>
            <a:ext cx="18288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/>
              <a:t>= Active node with id=n</a:t>
            </a: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341563" y="6623050"/>
            <a:ext cx="277812" cy="158750"/>
            <a:chOff x="4291869" y="570503"/>
            <a:chExt cx="277150" cy="158105"/>
          </a:xfrm>
        </p:grpSpPr>
        <p:sp>
          <p:nvSpPr>
            <p:cNvPr id="16" name="Rounded Rectangle 15"/>
            <p:cNvSpPr/>
            <p:nvPr/>
          </p:nvSpPr>
          <p:spPr>
            <a:xfrm>
              <a:off x="4291869" y="570503"/>
              <a:ext cx="277150" cy="158105"/>
            </a:xfrm>
            <a:prstGeom prst="round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7" name="Rounded Rectangle 4"/>
            <p:cNvSpPr/>
            <p:nvPr/>
          </p:nvSpPr>
          <p:spPr>
            <a:xfrm>
              <a:off x="4299787" y="578409"/>
              <a:ext cx="261314" cy="14229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900" dirty="0">
                  <a:solidFill>
                    <a:srgbClr val="000000"/>
                  </a:solidFill>
                </a:rPr>
                <a:t>p</a:t>
              </a:r>
            </a:p>
          </p:txBody>
        </p:sp>
      </p:grp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570163" y="6570663"/>
            <a:ext cx="23066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/>
              <a:t>= No node assigned to key p</a:t>
            </a:r>
          </a:p>
        </p:txBody>
      </p:sp>
      <p:sp>
        <p:nvSpPr>
          <p:cNvPr id="19" name="Arc 18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19195944"/>
              <a:gd name="adj2" fmla="val 533417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Arc 20"/>
          <p:cNvSpPr/>
          <p:nvPr/>
        </p:nvSpPr>
        <p:spPr>
          <a:xfrm>
            <a:off x="817563" y="2743200"/>
            <a:ext cx="3429000" cy="3352800"/>
          </a:xfrm>
          <a:prstGeom prst="arc">
            <a:avLst>
              <a:gd name="adj1" fmla="val 16983313"/>
              <a:gd name="adj2" fmla="val 18635808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Arc 21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755601"/>
              <a:gd name="adj2" fmla="val 1637249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Arc 22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2077363"/>
              <a:gd name="adj2" fmla="val 3952576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Arc 23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4117087"/>
              <a:gd name="adj2" fmla="val 6655166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Arc 24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6836362"/>
              <a:gd name="adj2" fmla="val 8054389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Arc 25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8209994"/>
              <a:gd name="adj2" fmla="val 8773334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Arc 26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9058138"/>
              <a:gd name="adj2" fmla="val 13238360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Arc 27"/>
          <p:cNvSpPr/>
          <p:nvPr/>
        </p:nvSpPr>
        <p:spPr>
          <a:xfrm>
            <a:off x="304800" y="2209800"/>
            <a:ext cx="4419600" cy="4419600"/>
          </a:xfrm>
          <a:prstGeom prst="arc">
            <a:avLst>
              <a:gd name="adj1" fmla="val 13551199"/>
              <a:gd name="adj2" fmla="val 16008639"/>
            </a:avLst>
          </a:prstGeom>
          <a:ln w="31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Arc 28"/>
          <p:cNvSpPr/>
          <p:nvPr/>
        </p:nvSpPr>
        <p:spPr>
          <a:xfrm>
            <a:off x="828675" y="2743200"/>
            <a:ext cx="3429000" cy="3352800"/>
          </a:xfrm>
          <a:prstGeom prst="arc">
            <a:avLst>
              <a:gd name="adj1" fmla="val 18943410"/>
              <a:gd name="adj2" fmla="val 527946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Arc 29"/>
          <p:cNvSpPr/>
          <p:nvPr/>
        </p:nvSpPr>
        <p:spPr>
          <a:xfrm>
            <a:off x="828675" y="2747963"/>
            <a:ext cx="3429000" cy="3352800"/>
          </a:xfrm>
          <a:prstGeom prst="arc">
            <a:avLst>
              <a:gd name="adj1" fmla="val 824753"/>
              <a:gd name="adj2" fmla="val 1943522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Arc 30"/>
          <p:cNvSpPr/>
          <p:nvPr/>
        </p:nvSpPr>
        <p:spPr>
          <a:xfrm>
            <a:off x="823913" y="2757488"/>
            <a:ext cx="3429000" cy="3352800"/>
          </a:xfrm>
          <a:prstGeom prst="arc">
            <a:avLst>
              <a:gd name="adj1" fmla="val 2176547"/>
              <a:gd name="adj2" fmla="val 3804466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Arc 31"/>
          <p:cNvSpPr/>
          <p:nvPr/>
        </p:nvSpPr>
        <p:spPr>
          <a:xfrm>
            <a:off x="828675" y="2763838"/>
            <a:ext cx="3429000" cy="3352800"/>
          </a:xfrm>
          <a:prstGeom prst="arc">
            <a:avLst>
              <a:gd name="adj1" fmla="val 4213752"/>
              <a:gd name="adj2" fmla="val 6785883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Arc 32"/>
          <p:cNvSpPr/>
          <p:nvPr/>
        </p:nvSpPr>
        <p:spPr>
          <a:xfrm>
            <a:off x="828675" y="2763838"/>
            <a:ext cx="3429000" cy="3352800"/>
          </a:xfrm>
          <a:prstGeom prst="arc">
            <a:avLst>
              <a:gd name="adj1" fmla="val 7014463"/>
              <a:gd name="adj2" fmla="val 7825093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Arc 33"/>
          <p:cNvSpPr/>
          <p:nvPr/>
        </p:nvSpPr>
        <p:spPr>
          <a:xfrm>
            <a:off x="828675" y="2763838"/>
            <a:ext cx="3429000" cy="3352800"/>
          </a:xfrm>
          <a:prstGeom prst="arc">
            <a:avLst>
              <a:gd name="adj1" fmla="val 8128828"/>
              <a:gd name="adj2" fmla="val 8629056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" name="Arc 34"/>
          <p:cNvSpPr/>
          <p:nvPr/>
        </p:nvSpPr>
        <p:spPr>
          <a:xfrm>
            <a:off x="817563" y="2763838"/>
            <a:ext cx="3429000" cy="3352800"/>
          </a:xfrm>
          <a:prstGeom prst="arc">
            <a:avLst>
              <a:gd name="adj1" fmla="val 8909033"/>
              <a:gd name="adj2" fmla="val 13522813"/>
            </a:avLst>
          </a:prstGeom>
          <a:ln w="31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3" name="Straight Arrow Connector 42"/>
          <p:cNvCxnSpPr>
            <a:stCxn id="9" idx="0"/>
            <a:endCxn id="10" idx="2"/>
          </p:cNvCxnSpPr>
          <p:nvPr/>
        </p:nvCxnSpPr>
        <p:spPr>
          <a:xfrm flipH="1">
            <a:off x="2784475" y="2279650"/>
            <a:ext cx="279400" cy="48260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9" idx="0"/>
            <a:endCxn id="21" idx="2"/>
          </p:cNvCxnSpPr>
          <p:nvPr/>
        </p:nvCxnSpPr>
        <p:spPr>
          <a:xfrm flipH="1">
            <a:off x="3633788" y="2997200"/>
            <a:ext cx="571500" cy="138113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2" idx="0"/>
            <a:endCxn id="29" idx="2"/>
          </p:cNvCxnSpPr>
          <p:nvPr/>
        </p:nvCxnSpPr>
        <p:spPr>
          <a:xfrm flipH="1" flipV="1">
            <a:off x="4235450" y="4681538"/>
            <a:ext cx="436563" cy="219075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30" idx="2"/>
          </p:cNvCxnSpPr>
          <p:nvPr/>
        </p:nvCxnSpPr>
        <p:spPr>
          <a:xfrm flipH="1" flipV="1">
            <a:off x="3981450" y="5335588"/>
            <a:ext cx="361950" cy="379412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24" idx="0"/>
            <a:endCxn id="31" idx="2"/>
          </p:cNvCxnSpPr>
          <p:nvPr/>
        </p:nvCxnSpPr>
        <p:spPr>
          <a:xfrm flipH="1" flipV="1">
            <a:off x="3292475" y="5940425"/>
            <a:ext cx="26988" cy="536575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25" idx="0"/>
            <a:endCxn id="32" idx="2"/>
          </p:cNvCxnSpPr>
          <p:nvPr/>
        </p:nvCxnSpPr>
        <p:spPr>
          <a:xfrm flipV="1">
            <a:off x="1617663" y="5988050"/>
            <a:ext cx="265112" cy="45085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27" idx="0"/>
            <a:endCxn id="34" idx="2"/>
          </p:cNvCxnSpPr>
          <p:nvPr/>
        </p:nvCxnSpPr>
        <p:spPr>
          <a:xfrm flipV="1">
            <a:off x="582613" y="5443538"/>
            <a:ext cx="587375" cy="49212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35" idx="2"/>
            <a:endCxn id="28" idx="0"/>
          </p:cNvCxnSpPr>
          <p:nvPr/>
        </p:nvCxnSpPr>
        <p:spPr>
          <a:xfrm flipH="1" flipV="1">
            <a:off x="974725" y="2833688"/>
            <a:ext cx="366713" cy="40005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26" idx="0"/>
            <a:endCxn id="33" idx="2"/>
          </p:cNvCxnSpPr>
          <p:nvPr/>
        </p:nvCxnSpPr>
        <p:spPr>
          <a:xfrm flipV="1">
            <a:off x="903288" y="5727700"/>
            <a:ext cx="541337" cy="203200"/>
          </a:xfrm>
          <a:prstGeom prst="straightConnector1">
            <a:avLst/>
          </a:prstGeom>
          <a:ln w="31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987675" y="2206625"/>
            <a:ext cx="609600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19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724400" y="5638800"/>
            <a:ext cx="4343400" cy="103505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b="1" dirty="0">
                <a:solidFill>
                  <a:schemeClr val="tx1"/>
                </a:solidFill>
              </a:rPr>
              <a:t>Solution is not scalable:</a:t>
            </a:r>
          </a:p>
          <a:p>
            <a:pPr marL="111125" indent="-111125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As the network grows, forwarding delays increase</a:t>
            </a:r>
          </a:p>
          <a:p>
            <a:pPr marL="290513" lvl="1" indent="-111125"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</a:rPr>
              <a:t>Key resolution has a time complexity of 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O(n)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-533400" y="2362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682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31622E-6 C -0.00504 -0.01041 -0.01806 -0.02683 -0.02691 -0.03007 C -0.03316 -0.04233 -0.05695 -0.04279 -0.06632 -0.04348 C -0.07344 -0.04418 -0.08056 -0.04441 -0.08768 -0.04487 C -0.11511 -0.05829 -0.09219 -0.04765 -0.16858 -0.04487 C -0.17153 -0.04487 -0.17691 -0.04163 -0.17969 -0.04048 C -0.18195 -0.03955 -0.18646 -0.03747 -0.18646 -0.03747 C -0.18959 -0.03146 -0.19479 -0.02937 -0.19879 -0.02405 C -0.20052 -0.01711 -0.20434 -0.01226 -0.20677 -0.00601 C -0.20799 -0.00254 -0.20868 0.00116 -0.21007 0.0044 C -0.21146 0.00764 -0.21302 0.01041 -0.21459 0.01342 C -0.21528 0.01504 -0.21684 0.01805 -0.21684 0.01805 C -0.2184 0.02499 -0.22101 0.03216 -0.22465 0.03748 C -0.22691 0.05182 -0.22656 0.06686 -0.23264 0.07935 C -0.23386 0.09068 -0.23368 0.08629 -0.23368 0.09276 C -0.24445 0.09369 -0.25365 0.09531 -0.26406 0.09739 C -0.27726 0.10271 -0.26667 0.09623 -0.27292 0.10479 C -0.275 0.10757 -0.27761 0.10942 -0.27969 0.11219 C -0.28004 0.11428 -0.28021 0.11636 -0.2809 0.11821 C -0.28143 0.11983 -0.28264 0.12122 -0.28316 0.12284 C -0.28542 0.13093 -0.28403 0.13856 -0.28993 0.14365 C -0.29566 0.15568 -0.29844 0.16887 -0.3033 0.18113 C -0.30521 0.18575 -0.30556 0.18992 -0.30781 0.19454 C -0.30972 0.20866 -0.31233 0.22277 -0.31563 0.23641 C -0.31684 0.24705 -0.31823 0.24729 -0.32014 0.25608 C -0.32049 0.27504 -0.32136 0.29401 -0.32136 0.31298 C -0.32136 0.32362 -0.32656 0.37544 -0.31563 0.39672 C -0.31337 0.40597 -0.31163 0.40713 -0.30781 0.41476 C -0.30538 0.42517 -0.30347 0.43512 -0.29775 0.44321 C -0.29722 0.44507 -0.29393 0.45571 -0.29323 0.45663 C -0.29236 0.45779 -0.29097 0.45756 -0.28993 0.45802 C -0.28525 0.46426 -0.28281 0.46403 -0.27639 0.46403 L -0.28316 0.46403 C -0.28577 0.4645 -0.28854 0.4645 -0.29097 0.46565 C -0.29549 0.4675 -0.29358 0.46889 -0.29549 0.47305 C -0.29861 0.48023 -0.30174 0.4867 -0.30452 0.49411 C -0.3066 0.50544 -0.30868 0.51631 -0.3033 0.52695 C -0.30295 0.52834 -0.30313 0.53042 -0.30226 0.53135 C -0.29896 0.53459 -0.29462 0.53505 -0.29097 0.53736 C -0.2849 0.5369 -0.27882 0.53713 -0.27292 0.53597 C -0.26997 0.53528 -0.26806 0.53089 -0.26511 0.52996 C -0.26146 0.5288 -0.25764 0.5288 -0.25382 0.52834 C -0.24931 0.52441 -0.25052 0.52718 -0.25052 0.51955 " pathEditMode="relative" ptsTypes="fffffffffffffffffffffffffffffffAffffffffffA">
                                      <p:cBhvr>
                                        <p:cTn id="9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36" grpId="0" animBg="1"/>
      <p:bldP spid="36" grpId="1" animBg="1"/>
      <p:bldP spid="77" grpId="0" animBg="1"/>
      <p:bldGraphic spid="5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514600" y="12192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Diagram 4"/>
          <p:cNvGraphicFramePr/>
          <p:nvPr/>
        </p:nvGraphicFramePr>
        <p:xfrm>
          <a:off x="-228600" y="2362200"/>
          <a:ext cx="5410200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4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Key Resolution in Chord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3000" y="1600200"/>
            <a:ext cx="4191000" cy="48625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Chord improves key resolution by reducing the time complexity to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O(log n)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All nodes are arranged in a logical ring according to their keys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Each node ‘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’ keeps a table </a:t>
            </a:r>
            <a:r>
              <a:rPr lang="en-US" sz="16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of at-most m entries. This table is called </a:t>
            </a:r>
            <a:r>
              <a:rPr lang="en-US" sz="1600" dirty="0">
                <a:solidFill>
                  <a:srgbClr val="0000FF"/>
                </a:solidFill>
              </a:rPr>
              <a:t>Finger Table</a:t>
            </a:r>
          </a:p>
          <a:p>
            <a:pPr lvl="1">
              <a:defRPr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    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sz="1600" dirty="0" err="1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(p + 2</a:t>
            </a:r>
            <a:r>
              <a:rPr lang="en-US" sz="1600" baseline="40000" dirty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(i-1)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>
              <a:defRPr/>
            </a:pPr>
            <a:endParaRPr lang="en-US" sz="600" dirty="0">
              <a:solidFill>
                <a:srgbClr val="0000FF"/>
              </a:solidFill>
              <a:latin typeface="Courier New" pitchFamily="49" charset="0"/>
              <a:cs typeface="Courier New" pitchFamily="49" charset="0"/>
            </a:endParaRPr>
          </a:p>
          <a:p>
            <a:pPr lvl="1"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NOTE: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]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increases exponentially</a:t>
            </a:r>
          </a:p>
          <a:p>
            <a:pPr lvl="1">
              <a:defRPr/>
            </a:pP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	</a:t>
            </a:r>
            <a:endParaRPr lang="en-US" sz="100" dirty="0">
              <a:solidFill>
                <a:srgbClr val="0000FF"/>
              </a:solidFill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If node ‘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’ receives a request to resolve key ‘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k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’:</a:t>
            </a:r>
          </a:p>
          <a:p>
            <a:pPr marL="512763" lvl="1" indent="-173038"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Node p will forward it to node q with index j in F</a:t>
            </a:r>
            <a:r>
              <a:rPr lang="en-US" sz="1600" baseline="-25000" dirty="0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where</a:t>
            </a:r>
          </a:p>
          <a:p>
            <a:pPr marL="339725" lvl="1"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q =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[j] &lt;= k &lt;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[j+1]</a:t>
            </a:r>
          </a:p>
          <a:p>
            <a:pPr marL="339725" lvl="1">
              <a:defRPr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917575" lvl="2" indent="-163513">
              <a:buFont typeface="Arial" pitchFamily="34" charset="0"/>
              <a:buChar char="•"/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If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k &gt;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[m]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, then node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will forward it to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[m]</a:t>
            </a:r>
          </a:p>
          <a:p>
            <a:pPr marL="339725" lvl="1">
              <a:defRPr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45" name="Content Placeholder 3"/>
          <p:cNvGraphicFramePr>
            <a:graphicFrameLocks/>
          </p:cNvGraphicFramePr>
          <p:nvPr/>
        </p:nvGraphicFramePr>
        <p:xfrm>
          <a:off x="3810000" y="1938338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6" name="Content Placeholder 3"/>
          <p:cNvGraphicFramePr>
            <a:graphicFrameLocks/>
          </p:cNvGraphicFramePr>
          <p:nvPr/>
        </p:nvGraphicFramePr>
        <p:xfrm>
          <a:off x="4343400" y="38100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7" name="Content Placeholder 3"/>
          <p:cNvGraphicFramePr>
            <a:graphicFrameLocks/>
          </p:cNvGraphicFramePr>
          <p:nvPr/>
        </p:nvGraphicFramePr>
        <p:xfrm>
          <a:off x="4038600" y="51054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" name="Content Placeholder 3"/>
          <p:cNvGraphicFramePr>
            <a:graphicFrameLocks/>
          </p:cNvGraphicFramePr>
          <p:nvPr/>
        </p:nvGraphicFramePr>
        <p:xfrm>
          <a:off x="3276600" y="57150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Content Placeholder 3"/>
          <p:cNvGraphicFramePr>
            <a:graphicFrameLocks/>
          </p:cNvGraphicFramePr>
          <p:nvPr/>
        </p:nvGraphicFramePr>
        <p:xfrm>
          <a:off x="1371600" y="57912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2" name="Content Placeholder 3"/>
          <p:cNvGraphicFramePr>
            <a:graphicFrameLocks/>
          </p:cNvGraphicFramePr>
          <p:nvPr/>
        </p:nvGraphicFramePr>
        <p:xfrm>
          <a:off x="609600" y="54102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Content Placeholder 3"/>
          <p:cNvGraphicFramePr>
            <a:graphicFrameLocks/>
          </p:cNvGraphicFramePr>
          <p:nvPr/>
        </p:nvGraphicFramePr>
        <p:xfrm>
          <a:off x="76200" y="39624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5" name="Content Placeholder 3"/>
          <p:cNvGraphicFramePr>
            <a:graphicFrameLocks/>
          </p:cNvGraphicFramePr>
          <p:nvPr/>
        </p:nvGraphicFramePr>
        <p:xfrm>
          <a:off x="533400" y="1828800"/>
          <a:ext cx="609600" cy="990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6" name="Straight Arrow Connector 55"/>
          <p:cNvCxnSpPr>
            <a:endCxn id="4" idx="2"/>
          </p:cNvCxnSpPr>
          <p:nvPr/>
        </p:nvCxnSpPr>
        <p:spPr>
          <a:xfrm flipV="1">
            <a:off x="2743200" y="2209800"/>
            <a:ext cx="76200" cy="152401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45" idx="1"/>
          </p:cNvCxnSpPr>
          <p:nvPr/>
        </p:nvCxnSpPr>
        <p:spPr>
          <a:xfrm flipV="1">
            <a:off x="3657600" y="2433638"/>
            <a:ext cx="152400" cy="385763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46" idx="1"/>
          </p:cNvCxnSpPr>
          <p:nvPr/>
        </p:nvCxnSpPr>
        <p:spPr>
          <a:xfrm flipV="1">
            <a:off x="4191000" y="4305300"/>
            <a:ext cx="152400" cy="114301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endCxn id="47" idx="0"/>
          </p:cNvCxnSpPr>
          <p:nvPr/>
        </p:nvCxnSpPr>
        <p:spPr>
          <a:xfrm>
            <a:off x="3962400" y="5029200"/>
            <a:ext cx="381000" cy="762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endCxn id="49" idx="1"/>
          </p:cNvCxnSpPr>
          <p:nvPr/>
        </p:nvCxnSpPr>
        <p:spPr>
          <a:xfrm>
            <a:off x="3086100" y="5715000"/>
            <a:ext cx="190500" cy="4953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1447800" y="5638800"/>
            <a:ext cx="228600" cy="1524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52" idx="0"/>
          </p:cNvCxnSpPr>
          <p:nvPr/>
        </p:nvCxnSpPr>
        <p:spPr>
          <a:xfrm flipV="1">
            <a:off x="914400" y="5257800"/>
            <a:ext cx="228600" cy="1524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85800" y="4892675"/>
            <a:ext cx="342900" cy="174625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55" idx="3"/>
          </p:cNvCxnSpPr>
          <p:nvPr/>
        </p:nvCxnSpPr>
        <p:spPr>
          <a:xfrm>
            <a:off x="1143000" y="2324100"/>
            <a:ext cx="152400" cy="49530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>
            <a:spLocks noChangeArrowheads="1"/>
          </p:cNvSpPr>
          <p:nvPr/>
        </p:nvSpPr>
        <p:spPr bwMode="auto">
          <a:xfrm rot="-2242091">
            <a:off x="3765550" y="1617663"/>
            <a:ext cx="4191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2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</a:t>
            </a: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 rot="-2242091">
            <a:off x="3944938" y="1301750"/>
            <a:ext cx="15192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lvl="1" eaLnBrk="1" hangingPunct="1"/>
            <a:r>
              <a:rPr lang="en-US" sz="11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succ(p + 2</a:t>
            </a:r>
            <a:r>
              <a:rPr lang="en-US" sz="1100" baseline="400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(i-1)</a:t>
            </a:r>
            <a:r>
              <a:rPr lang="en-US" sz="110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3581400" y="3048000"/>
            <a:ext cx="381000" cy="12573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H="1">
            <a:off x="3086100" y="3048000"/>
            <a:ext cx="495300" cy="2362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Right Arrow 90"/>
          <p:cNvSpPr/>
          <p:nvPr/>
        </p:nvSpPr>
        <p:spPr>
          <a:xfrm rot="10800000">
            <a:off x="4019550" y="3048000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" name="Right Arrow 92"/>
          <p:cNvSpPr/>
          <p:nvPr/>
        </p:nvSpPr>
        <p:spPr>
          <a:xfrm rot="10800000">
            <a:off x="4143375" y="3370263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" name="Right Arrow 93"/>
          <p:cNvSpPr/>
          <p:nvPr/>
        </p:nvSpPr>
        <p:spPr>
          <a:xfrm rot="10800000">
            <a:off x="4267200" y="4060825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5" name="Right Arrow 94"/>
          <p:cNvSpPr/>
          <p:nvPr/>
        </p:nvSpPr>
        <p:spPr>
          <a:xfrm rot="10800000">
            <a:off x="3773488" y="5183188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6" name="Right Arrow 95"/>
          <p:cNvSpPr/>
          <p:nvPr/>
        </p:nvSpPr>
        <p:spPr>
          <a:xfrm rot="10800000">
            <a:off x="1447800" y="5153025"/>
            <a:ext cx="247650" cy="152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2362200" y="2514600"/>
            <a:ext cx="609600" cy="2317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100" dirty="0"/>
              <a:t>26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H="1">
            <a:off x="1447800" y="3048000"/>
            <a:ext cx="2133600" cy="2057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36479E-6 L -0.08334 0.40504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20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334 0.40504 L -0.125 0.37173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3" y="-16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0.37173 L -0.15 0.32732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" y="-22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 0.32731 L -0.125 0.06083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-13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91" grpId="0" animBg="1"/>
      <p:bldP spid="91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  <p:bldP spid="97" grpId="2" animBg="1"/>
      <p:bldP spid="97" grpId="3" animBg="1"/>
      <p:bldP spid="97" grpId="4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Chord – Join and Leave Protocol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In large Distributed Systems, nodes dynamically join and leave (voluntarily or due to failure)</a:t>
            </a:r>
          </a:p>
          <a:p>
            <a:pPr lvl="3">
              <a:defRPr/>
            </a:pPr>
            <a:endParaRPr lang="en-US" sz="800" dirty="0"/>
          </a:p>
          <a:p>
            <a:pPr>
              <a:defRPr/>
            </a:pPr>
            <a:r>
              <a:rPr lang="en-US" sz="2000" dirty="0"/>
              <a:t>If a node p that wants to join:</a:t>
            </a:r>
          </a:p>
          <a:p>
            <a:pPr lvl="1">
              <a:defRPr/>
            </a:pPr>
            <a:r>
              <a:rPr lang="en-US" sz="1800" dirty="0"/>
              <a:t>Node p contacts arbitrary node, looks up for </a:t>
            </a:r>
            <a:r>
              <a:rPr lang="en-US" sz="1600" kern="12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succ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(p+1)</a:t>
            </a:r>
            <a:r>
              <a:rPr lang="en-US" sz="1800" dirty="0"/>
              <a:t>, and inserts itself into the ring</a:t>
            </a:r>
          </a:p>
          <a:p>
            <a:pPr lvl="4">
              <a:defRPr/>
            </a:pPr>
            <a:endParaRPr lang="en-US" sz="1000" dirty="0"/>
          </a:p>
          <a:p>
            <a:pPr>
              <a:defRPr/>
            </a:pPr>
            <a:r>
              <a:rPr lang="en-US" sz="2000" dirty="0"/>
              <a:t>If node p wants to leave</a:t>
            </a:r>
          </a:p>
          <a:p>
            <a:pPr lvl="1">
              <a:defRPr/>
            </a:pPr>
            <a:r>
              <a:rPr lang="en-US" sz="1600" dirty="0"/>
              <a:t>Node 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p</a:t>
            </a:r>
            <a:r>
              <a:rPr lang="en-US" sz="1600" dirty="0"/>
              <a:t> contacts </a:t>
            </a:r>
            <a:r>
              <a:rPr lang="en-US" sz="1600" kern="12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pred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(p)</a:t>
            </a:r>
            <a:r>
              <a:rPr lang="en-US" sz="1600" dirty="0"/>
              <a:t>, and updates it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4191000" y="2133600"/>
          <a:ext cx="5410200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7181850" y="3944938"/>
            <a:ext cx="234950" cy="134937"/>
            <a:chOff x="2911628" y="28465"/>
            <a:chExt cx="235965" cy="134610"/>
          </a:xfrm>
        </p:grpSpPr>
        <p:sp>
          <p:nvSpPr>
            <p:cNvPr id="9" name="Rounded Rectangle 8"/>
            <p:cNvSpPr/>
            <p:nvPr/>
          </p:nvSpPr>
          <p:spPr>
            <a:xfrm>
              <a:off x="2911628" y="28465"/>
              <a:ext cx="235965" cy="134610"/>
            </a:xfrm>
            <a:prstGeom prst="roundRect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ZA"/>
            </a:p>
          </p:txBody>
        </p:sp>
        <p:sp>
          <p:nvSpPr>
            <p:cNvPr id="10" name="Rounded Rectangle 4"/>
            <p:cNvSpPr/>
            <p:nvPr/>
          </p:nvSpPr>
          <p:spPr>
            <a:xfrm>
              <a:off x="2918005" y="34800"/>
              <a:ext cx="223210" cy="121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34290" tIns="34290" rIns="34290" bIns="34290" spcCol="1270" anchor="ctr"/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sz="900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sp>
        <p:nvSpPr>
          <p:cNvPr id="2" name="Rectangular Callout 1"/>
          <p:cNvSpPr/>
          <p:nvPr/>
        </p:nvSpPr>
        <p:spPr>
          <a:xfrm>
            <a:off x="6838950" y="4572000"/>
            <a:ext cx="1144588" cy="447675"/>
          </a:xfrm>
          <a:prstGeom prst="wedgeRectCallout">
            <a:avLst>
              <a:gd name="adj1" fmla="val 26775"/>
              <a:gd name="adj2" fmla="val 4187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Who is </a:t>
            </a:r>
            <a:r>
              <a:rPr lang="en-US" sz="1200" dirty="0" err="1"/>
              <a:t>succ</a:t>
            </a:r>
            <a:r>
              <a:rPr lang="en-US" sz="1200" dirty="0"/>
              <a:t>(2+1) ?</a:t>
            </a:r>
          </a:p>
        </p:txBody>
      </p:sp>
      <p:cxnSp>
        <p:nvCxnSpPr>
          <p:cNvPr id="12" name="Straight Arrow Connector 11"/>
          <p:cNvCxnSpPr>
            <a:stCxn id="9" idx="1"/>
          </p:cNvCxnSpPr>
          <p:nvPr/>
        </p:nvCxnSpPr>
        <p:spPr>
          <a:xfrm flipH="1">
            <a:off x="6324600" y="4011613"/>
            <a:ext cx="857250" cy="132238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6324600" y="2286000"/>
            <a:ext cx="838200" cy="3048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ular Callout 19"/>
          <p:cNvSpPr/>
          <p:nvPr/>
        </p:nvSpPr>
        <p:spPr>
          <a:xfrm>
            <a:off x="5599113" y="3360738"/>
            <a:ext cx="1144587" cy="449262"/>
          </a:xfrm>
          <a:prstGeom prst="wedgeRectCallout">
            <a:avLst>
              <a:gd name="adj1" fmla="val 26775"/>
              <a:gd name="adj2" fmla="val 4187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Who is </a:t>
            </a:r>
            <a:r>
              <a:rPr lang="en-US" sz="1200" dirty="0" err="1"/>
              <a:t>succ</a:t>
            </a:r>
            <a:r>
              <a:rPr lang="en-US" sz="1200" dirty="0"/>
              <a:t>(2+1) ?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7162800" y="2362200"/>
            <a:ext cx="820738" cy="381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ular Callout 23"/>
          <p:cNvSpPr/>
          <p:nvPr/>
        </p:nvSpPr>
        <p:spPr>
          <a:xfrm>
            <a:off x="7086600" y="2895600"/>
            <a:ext cx="1144588" cy="449263"/>
          </a:xfrm>
          <a:prstGeom prst="wedgeRectCallout">
            <a:avLst>
              <a:gd name="adj1" fmla="val 26775"/>
              <a:gd name="adj2" fmla="val 4187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Who is </a:t>
            </a:r>
            <a:r>
              <a:rPr lang="en-US" sz="1200" dirty="0" err="1"/>
              <a:t>succ</a:t>
            </a:r>
            <a:r>
              <a:rPr lang="en-US" sz="1200" dirty="0"/>
              <a:t>(2+1) ?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7410450" y="2743200"/>
            <a:ext cx="666750" cy="10668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ular Callout 28"/>
          <p:cNvSpPr/>
          <p:nvPr/>
        </p:nvSpPr>
        <p:spPr>
          <a:xfrm>
            <a:off x="7505700" y="3854450"/>
            <a:ext cx="1143000" cy="449263"/>
          </a:xfrm>
          <a:prstGeom prst="wedgeRectCallout">
            <a:avLst>
              <a:gd name="adj1" fmla="val 26775"/>
              <a:gd name="adj2" fmla="val 4187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/>
              <a:t>Node 4 is </a:t>
            </a:r>
            <a:r>
              <a:rPr lang="en-US" sz="1200" dirty="0" err="1"/>
              <a:t>succ</a:t>
            </a:r>
            <a:r>
              <a:rPr lang="en-US" sz="1200" dirty="0"/>
              <a:t>(2+1)</a:t>
            </a:r>
          </a:p>
        </p:txBody>
      </p:sp>
      <p:sp>
        <p:nvSpPr>
          <p:cNvPr id="35" name="Rectangular Callout 34"/>
          <p:cNvSpPr/>
          <p:nvPr/>
        </p:nvSpPr>
        <p:spPr>
          <a:xfrm>
            <a:off x="5942013" y="3346450"/>
            <a:ext cx="1144587" cy="527050"/>
          </a:xfrm>
          <a:prstGeom prst="wedgeRectCallout">
            <a:avLst>
              <a:gd name="adj1" fmla="val 26775"/>
              <a:gd name="adj2" fmla="val 4187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200" dirty="0" err="1"/>
              <a:t>Succ</a:t>
            </a:r>
            <a:r>
              <a:rPr lang="en-US" sz="1200" dirty="0"/>
              <a:t>(2+1) = 04</a:t>
            </a:r>
          </a:p>
        </p:txBody>
      </p:sp>
    </p:spTree>
    <p:extLst>
      <p:ext uri="{BB962C8B-B14F-4D97-AF65-F5344CB8AC3E}">
        <p14:creationId xmlns:p14="http://schemas.microsoft.com/office/powerpoint/2010/main" val="396806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23225E-6 L 0.02674 -0.2514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7" y="-125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0" grpId="0" animBg="1"/>
      <p:bldP spid="20" grpId="1" animBg="1"/>
      <p:bldP spid="24" grpId="0" animBg="1"/>
      <p:bldP spid="24" grpId="1" animBg="1"/>
      <p:bldP spid="29" grpId="0" animBg="1"/>
      <p:bldP spid="29" grpId="1" animBg="1"/>
      <p:bldP spid="3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Chord – Finger Table Update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530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For any node q, </a:t>
            </a:r>
            <a:r>
              <a:rPr lang="en-US" sz="28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2800" baseline="-25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[1]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 should be up-to-date</a:t>
            </a:r>
          </a:p>
          <a:p>
            <a:pPr lvl="1"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It refers to the next node in the ring</a:t>
            </a:r>
          </a:p>
          <a:p>
            <a:pPr lvl="1"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Protocol:</a:t>
            </a:r>
          </a:p>
          <a:p>
            <a:pPr lvl="2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Periodically, request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(q+1)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to return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(q+1))</a:t>
            </a:r>
          </a:p>
          <a:p>
            <a:pPr lvl="2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If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q =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(q+1))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, then information is up-to-date</a:t>
            </a:r>
          </a:p>
          <a:p>
            <a:pPr lvl="2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Otherwise, a new node p has been added to the ring such that 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q &lt; p &lt; </a:t>
            </a:r>
            <a:r>
              <a:rPr lang="en-US" sz="20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20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(q+1)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lvl="3">
              <a:defRPr/>
            </a:pP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800" baseline="-250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[1] = p</a:t>
            </a:r>
          </a:p>
          <a:p>
            <a:pPr lvl="3">
              <a:defRPr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Request 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p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to update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pred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(p) = q</a:t>
            </a:r>
          </a:p>
          <a:p>
            <a:pPr lvl="2">
              <a:defRPr/>
            </a:pP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Similarly, node 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 updates each entry </a:t>
            </a:r>
            <a:r>
              <a:rPr lang="en-US" sz="22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</a:rPr>
              <a:t> by finding </a:t>
            </a:r>
            <a:r>
              <a:rPr lang="en-US" sz="22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succ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(p + 2</a:t>
            </a:r>
            <a:r>
              <a:rPr lang="en-US" sz="2200" baseline="400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(i-1)</a:t>
            </a:r>
            <a:r>
              <a:rPr lang="en-US" sz="2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0885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Exploiting Network Proximity in Chord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686800" cy="4525963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The logical organization of nodes in the overlay network may lead to inefficient message transfers in the underlying Internet</a:t>
            </a:r>
          </a:p>
          <a:p>
            <a:pPr lvl="1">
              <a:defRPr/>
            </a:pPr>
            <a:r>
              <a:rPr lang="en-US" sz="2000" dirty="0"/>
              <a:t>Node 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k</a:t>
            </a:r>
            <a:r>
              <a:rPr lang="en-US" sz="2000" dirty="0"/>
              <a:t> and node </a:t>
            </a:r>
            <a:r>
              <a:rPr lang="en-US" sz="1600" kern="12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succ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(k +1)</a:t>
            </a:r>
            <a:r>
              <a:rPr lang="en-US" sz="2000" dirty="0"/>
              <a:t> may be far apart</a:t>
            </a:r>
          </a:p>
          <a:p>
            <a:pPr lvl="3">
              <a:defRPr/>
            </a:pPr>
            <a:endParaRPr lang="en-US" sz="1000" dirty="0"/>
          </a:p>
          <a:p>
            <a:pPr>
              <a:defRPr/>
            </a:pPr>
            <a:r>
              <a:rPr lang="en-US" sz="2000" dirty="0"/>
              <a:t>Chord can be optimized by considering the network location of nodes</a:t>
            </a:r>
          </a:p>
          <a:p>
            <a:pPr lvl="1">
              <a:buFontTx/>
              <a:buAutoNum type="arabicPeriod"/>
              <a:defRPr/>
            </a:pPr>
            <a:r>
              <a:rPr lang="en-US" sz="1800" dirty="0"/>
              <a:t>Topology-aware Node Assignment</a:t>
            </a:r>
          </a:p>
          <a:p>
            <a:pPr lvl="2">
              <a:defRPr/>
            </a:pPr>
            <a:r>
              <a:rPr lang="en-US" sz="1600" dirty="0"/>
              <a:t>Two nearby nodes have identifiers that are close to each other</a:t>
            </a:r>
          </a:p>
          <a:p>
            <a:pPr lvl="4">
              <a:defRPr/>
            </a:pPr>
            <a:endParaRPr lang="en-US" sz="1200" dirty="0"/>
          </a:p>
          <a:p>
            <a:pPr lvl="1">
              <a:buFontTx/>
              <a:buAutoNum type="arabicPeriod"/>
              <a:defRPr/>
            </a:pPr>
            <a:r>
              <a:rPr lang="en-US" sz="1800" dirty="0"/>
              <a:t>Proximity Routing</a:t>
            </a:r>
          </a:p>
          <a:p>
            <a:pPr lvl="2">
              <a:defRPr/>
            </a:pPr>
            <a:r>
              <a:rPr lang="en-US" sz="1600" dirty="0"/>
              <a:t>Each node 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q</a:t>
            </a:r>
            <a:r>
              <a:rPr lang="en-US" sz="1600" dirty="0"/>
              <a:t> maintains ‘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r</a:t>
            </a:r>
            <a:r>
              <a:rPr lang="en-US" sz="1600" dirty="0"/>
              <a:t>’ successors for </a:t>
            </a:r>
            <a:r>
              <a:rPr lang="en-US" sz="1600" kern="1200" dirty="0" err="1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i</a:t>
            </a:r>
            <a:r>
              <a:rPr lang="en-US" sz="1600" baseline="30000" dirty="0" err="1"/>
              <a:t>th</a:t>
            </a:r>
            <a:r>
              <a:rPr lang="en-US" sz="1600" dirty="0"/>
              <a:t> entry in the finger table</a:t>
            </a:r>
          </a:p>
          <a:p>
            <a:pPr lvl="2">
              <a:defRPr/>
            </a:pPr>
            <a:r>
              <a:rPr lang="en-US" sz="1600" dirty="0" err="1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FT</a:t>
            </a:r>
            <a:r>
              <a:rPr lang="en-US" sz="1600" baseline="-25000" dirty="0" err="1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q</a:t>
            </a:r>
            <a:r>
              <a:rPr lang="en-US" sz="1600" dirty="0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sz="1600" dirty="0" err="1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600" dirty="0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] </a:t>
            </a:r>
            <a:r>
              <a:rPr lang="en-US" sz="1600" dirty="0"/>
              <a:t>now refers to successors first r nodes in the range </a:t>
            </a:r>
          </a:p>
          <a:p>
            <a:pPr lvl="3">
              <a:buFontTx/>
              <a:buNone/>
              <a:defRPr/>
            </a:pPr>
            <a:r>
              <a:rPr lang="en-US" sz="1800" dirty="0"/>
              <a:t>		[</a:t>
            </a:r>
            <a:r>
              <a:rPr lang="en-US" sz="1800" dirty="0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p + 2</a:t>
            </a:r>
            <a:r>
              <a:rPr lang="en-US" sz="1800" baseline="40000" dirty="0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(i-1)</a:t>
            </a:r>
            <a:r>
              <a:rPr lang="en-US" sz="1800" dirty="0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, p + 2</a:t>
            </a:r>
            <a:r>
              <a:rPr lang="en-US" sz="1800" baseline="40000" dirty="0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1800" dirty="0">
                <a:solidFill>
                  <a:srgbClr val="7F7F7F"/>
                </a:solidFill>
                <a:latin typeface="Courier New" pitchFamily="49" charset="0"/>
                <a:cs typeface="Courier New" pitchFamily="49" charset="0"/>
              </a:rPr>
              <a:t> -1</a:t>
            </a:r>
            <a:r>
              <a:rPr lang="en-US" sz="1800" dirty="0"/>
              <a:t>]</a:t>
            </a:r>
          </a:p>
          <a:p>
            <a:pPr lvl="2">
              <a:defRPr/>
            </a:pPr>
            <a:r>
              <a:rPr lang="en-US" sz="1600" dirty="0"/>
              <a:t>To forward the lookup request, pick one of the r successors closest to the node </a:t>
            </a:r>
            <a:r>
              <a:rPr lang="en-US" sz="1600" kern="12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+mn-ea"/>
                <a:cs typeface="Courier New" pitchFamily="49" charset="0"/>
              </a:rPr>
              <a:t>q</a:t>
            </a:r>
          </a:p>
          <a:p>
            <a:pPr lvl="3">
              <a:buFontTx/>
              <a:buNone/>
              <a:defRPr/>
            </a:pPr>
            <a:endParaRPr lang="en-US" sz="1800" dirty="0"/>
          </a:p>
          <a:p>
            <a:pPr lvl="1">
              <a:buFontTx/>
              <a:buNone/>
              <a:defRPr/>
            </a:pPr>
            <a:endParaRPr lang="en-US" sz="1800" dirty="0"/>
          </a:p>
          <a:p>
            <a:pPr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962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 of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Flat naming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Structured naming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Attribute-based naming</a:t>
            </a:r>
          </a:p>
        </p:txBody>
      </p:sp>
    </p:spTree>
    <p:extLst>
      <p:ext uri="{BB962C8B-B14F-4D97-AF65-F5344CB8AC3E}">
        <p14:creationId xmlns:p14="http://schemas.microsoft.com/office/powerpoint/2010/main" val="2238887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Structured Names are composed of simple human-readable names </a:t>
            </a:r>
          </a:p>
          <a:p>
            <a:pPr lvl="1">
              <a:defRPr/>
            </a:pPr>
            <a:r>
              <a:rPr lang="en-US" sz="2000" dirty="0"/>
              <a:t>Names are arranged in a specific structure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Examples</a:t>
            </a:r>
          </a:p>
          <a:p>
            <a:pPr lvl="1">
              <a:defRPr/>
            </a:pPr>
            <a:r>
              <a:rPr lang="en-US" sz="2000" dirty="0"/>
              <a:t>File-systems utilize structured names to identify files</a:t>
            </a:r>
          </a:p>
          <a:p>
            <a:pPr lvl="2">
              <a:defRPr/>
            </a:pPr>
            <a:r>
              <a:rPr lang="en-US" sz="2000" dirty="0"/>
              <a:t>/home/</a:t>
            </a:r>
            <a:r>
              <a:rPr lang="en-US" sz="2000" dirty="0" err="1"/>
              <a:t>userid</a:t>
            </a:r>
            <a:r>
              <a:rPr lang="en-US" sz="2000" dirty="0"/>
              <a:t>/work/</a:t>
            </a:r>
            <a:r>
              <a:rPr lang="en-US" sz="2000" dirty="0" err="1"/>
              <a:t>dist</a:t>
            </a:r>
            <a:r>
              <a:rPr lang="en-US" sz="2000" dirty="0"/>
              <a:t>-systems/naming.txt</a:t>
            </a:r>
          </a:p>
          <a:p>
            <a:pPr marL="914400" lvl="2" indent="0">
              <a:buFontTx/>
              <a:buNone/>
              <a:defRPr/>
            </a:pPr>
            <a:endParaRPr lang="en-US" sz="2000" dirty="0"/>
          </a:p>
          <a:p>
            <a:pPr lvl="1">
              <a:defRPr/>
            </a:pPr>
            <a:r>
              <a:rPr lang="en-US" sz="2000" dirty="0"/>
              <a:t>Websites can be accessed through structured names</a:t>
            </a:r>
          </a:p>
          <a:p>
            <a:pPr lvl="2">
              <a:defRPr/>
            </a:pPr>
            <a:r>
              <a:rPr lang="en-US" sz="1800" dirty="0"/>
              <a:t>www.cse.chalmers.se</a:t>
            </a:r>
          </a:p>
        </p:txBody>
      </p:sp>
    </p:spTree>
    <p:extLst>
      <p:ext uri="{BB962C8B-B14F-4D97-AF65-F5344CB8AC3E}">
        <p14:creationId xmlns:p14="http://schemas.microsoft.com/office/powerpoint/2010/main" val="2343608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Spaces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Structured Names are organized into </a:t>
            </a:r>
            <a:r>
              <a:rPr lang="en-US" sz="2400" dirty="0">
                <a:solidFill>
                  <a:srgbClr val="0000FF"/>
                </a:solidFill>
              </a:rPr>
              <a:t>name spaces</a:t>
            </a:r>
          </a:p>
          <a:p>
            <a:pPr lvl="3"/>
            <a:endParaRPr lang="en-US" sz="1200" dirty="0">
              <a:solidFill>
                <a:srgbClr val="0000FF"/>
              </a:solidFill>
            </a:endParaRPr>
          </a:p>
          <a:p>
            <a:r>
              <a:rPr lang="en-US" sz="2400" dirty="0"/>
              <a:t>Name-spaces is a </a:t>
            </a:r>
            <a:r>
              <a:rPr lang="en-US" sz="2400" dirty="0">
                <a:solidFill>
                  <a:srgbClr val="0000FF"/>
                </a:solidFill>
              </a:rPr>
              <a:t>directed graph</a:t>
            </a:r>
            <a:r>
              <a:rPr lang="en-US" sz="2400" dirty="0"/>
              <a:t> consisting of:</a:t>
            </a:r>
          </a:p>
          <a:p>
            <a:pPr lvl="1"/>
            <a:r>
              <a:rPr lang="en-US" sz="2400" dirty="0">
                <a:solidFill>
                  <a:srgbClr val="0000FF"/>
                </a:solidFill>
              </a:rPr>
              <a:t>Leaf nodes</a:t>
            </a:r>
          </a:p>
          <a:p>
            <a:pPr lvl="2"/>
            <a:r>
              <a:rPr lang="en-US" sz="1800" dirty="0"/>
              <a:t>Each leaf node represents an entity</a:t>
            </a:r>
          </a:p>
          <a:p>
            <a:pPr lvl="2"/>
            <a:r>
              <a:rPr lang="en-US" sz="1800" dirty="0"/>
              <a:t>Leaf node generally stores the address of an entity (e.g., in DNS), or  the state of an entity (e.g., in file system)</a:t>
            </a:r>
            <a:endParaRPr lang="en-US" sz="1400" dirty="0"/>
          </a:p>
          <a:p>
            <a:pPr lvl="1"/>
            <a:r>
              <a:rPr lang="en-US" sz="2400" dirty="0">
                <a:solidFill>
                  <a:srgbClr val="0000FF"/>
                </a:solidFill>
              </a:rPr>
              <a:t>Directory nodes</a:t>
            </a:r>
          </a:p>
          <a:p>
            <a:pPr lvl="2"/>
            <a:r>
              <a:rPr lang="en-US" sz="1800" dirty="0"/>
              <a:t>Directory node refers to other leaf or directory nodes</a:t>
            </a:r>
          </a:p>
          <a:p>
            <a:pPr lvl="2"/>
            <a:r>
              <a:rPr lang="en-US" sz="1800" dirty="0"/>
              <a:t>Each outgoing edge is represented by (edge label, node identifier)</a:t>
            </a:r>
          </a:p>
          <a:p>
            <a:pPr lvl="4"/>
            <a:endParaRPr lang="en-US" sz="1400" dirty="0"/>
          </a:p>
          <a:p>
            <a:r>
              <a:rPr lang="en-US" sz="2400" dirty="0"/>
              <a:t>Each node can store any type of data</a:t>
            </a:r>
          </a:p>
          <a:p>
            <a:pPr lvl="1"/>
            <a:r>
              <a:rPr lang="en-US" sz="2000" dirty="0"/>
              <a:t>e.g., type of the entity, address of the entity</a:t>
            </a:r>
          </a:p>
        </p:txBody>
      </p:sp>
    </p:spTree>
    <p:extLst>
      <p:ext uri="{BB962C8B-B14F-4D97-AF65-F5344CB8AC3E}">
        <p14:creationId xmlns:p14="http://schemas.microsoft.com/office/powerpoint/2010/main" val="637814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Name Space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35915" name="Rectangle 35914"/>
          <p:cNvSpPr/>
          <p:nvPr/>
        </p:nvSpPr>
        <p:spPr>
          <a:xfrm>
            <a:off x="1752600" y="1524000"/>
            <a:ext cx="59436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Looking up for the entity with name “/home/</a:t>
            </a:r>
            <a:r>
              <a:rPr lang="en-US" dirty="0" err="1"/>
              <a:t>steen</a:t>
            </a:r>
            <a:r>
              <a:rPr lang="en-US" dirty="0"/>
              <a:t>/</a:t>
            </a:r>
            <a:r>
              <a:rPr lang="en-US" dirty="0" err="1"/>
              <a:t>mbox</a:t>
            </a:r>
            <a:r>
              <a:rPr lang="en-US" dirty="0"/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22098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9600" y="28956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39624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n4</a:t>
            </a:r>
          </a:p>
        </p:txBody>
      </p:sp>
      <p:sp>
        <p:nvSpPr>
          <p:cNvPr id="13" name="Oval 12"/>
          <p:cNvSpPr/>
          <p:nvPr/>
        </p:nvSpPr>
        <p:spPr>
          <a:xfrm>
            <a:off x="7010400" y="29718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n5</a:t>
            </a:r>
          </a:p>
        </p:txBody>
      </p:sp>
      <p:sp>
        <p:nvSpPr>
          <p:cNvPr id="14" name="Oval 13"/>
          <p:cNvSpPr/>
          <p:nvPr/>
        </p:nvSpPr>
        <p:spPr>
          <a:xfrm>
            <a:off x="3429000" y="40386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n2</a:t>
            </a:r>
          </a:p>
        </p:txBody>
      </p:sp>
      <p:sp>
        <p:nvSpPr>
          <p:cNvPr id="15" name="Oval 14"/>
          <p:cNvSpPr/>
          <p:nvPr/>
        </p:nvSpPr>
        <p:spPr>
          <a:xfrm>
            <a:off x="4267200" y="40386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n3</a:t>
            </a:r>
          </a:p>
        </p:txBody>
      </p:sp>
      <p:sp>
        <p:nvSpPr>
          <p:cNvPr id="16" name="Oval 15"/>
          <p:cNvSpPr/>
          <p:nvPr/>
        </p:nvSpPr>
        <p:spPr>
          <a:xfrm>
            <a:off x="5105400" y="5029200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 dirty="0"/>
          </a:p>
        </p:txBody>
      </p:sp>
      <p:sp>
        <p:nvSpPr>
          <p:cNvPr id="17" name="Oval 16"/>
          <p:cNvSpPr/>
          <p:nvPr/>
        </p:nvSpPr>
        <p:spPr>
          <a:xfrm>
            <a:off x="4267200" y="5029200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cxnSp>
        <p:nvCxnSpPr>
          <p:cNvPr id="24" name="Straight Connector 23"/>
          <p:cNvCxnSpPr>
            <a:stCxn id="9" idx="2"/>
          </p:cNvCxnSpPr>
          <p:nvPr/>
        </p:nvCxnSpPr>
        <p:spPr>
          <a:xfrm>
            <a:off x="5905500" y="2590800"/>
            <a:ext cx="1257300" cy="381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4876800" y="2590800"/>
            <a:ext cx="1028700" cy="304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2"/>
            <a:endCxn id="15" idx="0"/>
          </p:cNvCxnSpPr>
          <p:nvPr/>
        </p:nvCxnSpPr>
        <p:spPr>
          <a:xfrm flipH="1">
            <a:off x="4572000" y="3276600"/>
            <a:ext cx="38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0" idx="2"/>
            <a:endCxn id="11" idx="0"/>
          </p:cNvCxnSpPr>
          <p:nvPr/>
        </p:nvCxnSpPr>
        <p:spPr>
          <a:xfrm>
            <a:off x="4610100" y="3276600"/>
            <a:ext cx="838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0" idx="2"/>
            <a:endCxn id="14" idx="0"/>
          </p:cNvCxnSpPr>
          <p:nvPr/>
        </p:nvCxnSpPr>
        <p:spPr>
          <a:xfrm flipH="1">
            <a:off x="3733800" y="3276600"/>
            <a:ext cx="8763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209800" y="4267200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2286000" y="48006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 dirty="0"/>
          </a:p>
        </p:txBody>
      </p:sp>
      <p:sp>
        <p:nvSpPr>
          <p:cNvPr id="25620" name="TextBox 41"/>
          <p:cNvSpPr txBox="1">
            <a:spLocks noChangeArrowheads="1"/>
          </p:cNvSpPr>
          <p:nvPr/>
        </p:nvSpPr>
        <p:spPr bwMode="auto">
          <a:xfrm>
            <a:off x="914400" y="4267200"/>
            <a:ext cx="1371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Leaf node</a:t>
            </a:r>
          </a:p>
        </p:txBody>
      </p:sp>
      <p:sp>
        <p:nvSpPr>
          <p:cNvPr id="25621" name="TextBox 42"/>
          <p:cNvSpPr txBox="1">
            <a:spLocks noChangeArrowheads="1"/>
          </p:cNvSpPr>
          <p:nvPr/>
        </p:nvSpPr>
        <p:spPr bwMode="auto">
          <a:xfrm>
            <a:off x="533400" y="4811713"/>
            <a:ext cx="1752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Directory node</a:t>
            </a:r>
          </a:p>
        </p:txBody>
      </p:sp>
      <p:cxnSp>
        <p:nvCxnSpPr>
          <p:cNvPr id="44" name="Straight Connector 43"/>
          <p:cNvCxnSpPr>
            <a:stCxn id="11" idx="2"/>
            <a:endCxn id="16" idx="0"/>
          </p:cNvCxnSpPr>
          <p:nvPr/>
        </p:nvCxnSpPr>
        <p:spPr>
          <a:xfrm>
            <a:off x="5448300" y="4343400"/>
            <a:ext cx="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1" idx="2"/>
            <a:endCxn id="17" idx="0"/>
          </p:cNvCxnSpPr>
          <p:nvPr/>
        </p:nvCxnSpPr>
        <p:spPr>
          <a:xfrm flipH="1">
            <a:off x="4572000" y="4343400"/>
            <a:ext cx="8763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24" name="TextBox 52"/>
          <p:cNvSpPr txBox="1">
            <a:spLocks noChangeArrowheads="1"/>
          </p:cNvSpPr>
          <p:nvPr/>
        </p:nvSpPr>
        <p:spPr bwMode="auto">
          <a:xfrm>
            <a:off x="4648200" y="23622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home</a:t>
            </a:r>
          </a:p>
        </p:txBody>
      </p:sp>
      <p:sp>
        <p:nvSpPr>
          <p:cNvPr id="25625" name="TextBox 53"/>
          <p:cNvSpPr txBox="1">
            <a:spLocks noChangeArrowheads="1"/>
          </p:cNvSpPr>
          <p:nvPr/>
        </p:nvSpPr>
        <p:spPr bwMode="auto">
          <a:xfrm>
            <a:off x="6400800" y="22860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keys</a:t>
            </a:r>
          </a:p>
        </p:txBody>
      </p:sp>
      <p:sp>
        <p:nvSpPr>
          <p:cNvPr id="25626" name="TextBox 54"/>
          <p:cNvSpPr txBox="1">
            <a:spLocks noChangeArrowheads="1"/>
          </p:cNvSpPr>
          <p:nvPr/>
        </p:nvSpPr>
        <p:spPr bwMode="auto">
          <a:xfrm>
            <a:off x="5257800" y="33528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steen</a:t>
            </a:r>
          </a:p>
        </p:txBody>
      </p:sp>
      <p:sp>
        <p:nvSpPr>
          <p:cNvPr id="25627" name="TextBox 55"/>
          <p:cNvSpPr txBox="1">
            <a:spLocks noChangeArrowheads="1"/>
          </p:cNvSpPr>
          <p:nvPr/>
        </p:nvSpPr>
        <p:spPr bwMode="auto">
          <a:xfrm>
            <a:off x="4038600" y="3505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max</a:t>
            </a:r>
          </a:p>
        </p:txBody>
      </p:sp>
      <p:sp>
        <p:nvSpPr>
          <p:cNvPr id="25628" name="TextBox 56"/>
          <p:cNvSpPr txBox="1">
            <a:spLocks noChangeArrowheads="1"/>
          </p:cNvSpPr>
          <p:nvPr/>
        </p:nvSpPr>
        <p:spPr bwMode="auto">
          <a:xfrm>
            <a:off x="3200400" y="3352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elke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362200" y="2438400"/>
            <a:ext cx="1447800" cy="9144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n2: “</a:t>
            </a:r>
            <a:r>
              <a:rPr lang="en-US" dirty="0" err="1"/>
              <a:t>elke</a:t>
            </a:r>
            <a:r>
              <a:rPr lang="en-US" dirty="0"/>
              <a:t>”</a:t>
            </a:r>
          </a:p>
          <a:p>
            <a:pPr algn="ctr">
              <a:defRPr/>
            </a:pPr>
            <a:r>
              <a:rPr lang="en-US" dirty="0"/>
              <a:t>n3: “max”</a:t>
            </a:r>
          </a:p>
          <a:p>
            <a:pPr algn="ctr">
              <a:defRPr/>
            </a:pPr>
            <a:r>
              <a:rPr lang="en-US" dirty="0"/>
              <a:t>n4: “</a:t>
            </a:r>
            <a:r>
              <a:rPr lang="en-US" dirty="0" err="1"/>
              <a:t>steen</a:t>
            </a:r>
            <a:r>
              <a:rPr lang="en-US" dirty="0"/>
              <a:t>”</a:t>
            </a:r>
          </a:p>
        </p:txBody>
      </p:sp>
      <p:sp>
        <p:nvSpPr>
          <p:cNvPr id="25630" name="TextBox 58"/>
          <p:cNvSpPr txBox="1">
            <a:spLocks noChangeArrowheads="1"/>
          </p:cNvSpPr>
          <p:nvPr/>
        </p:nvSpPr>
        <p:spPr bwMode="auto">
          <a:xfrm>
            <a:off x="2057400" y="20574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Data stored in n1</a:t>
            </a:r>
          </a:p>
        </p:txBody>
      </p:sp>
      <p:cxnSp>
        <p:nvCxnSpPr>
          <p:cNvPr id="63" name="Straight Connector 62"/>
          <p:cNvCxnSpPr>
            <a:stCxn id="10" idx="1"/>
            <a:endCxn id="58" idx="3"/>
          </p:cNvCxnSpPr>
          <p:nvPr/>
        </p:nvCxnSpPr>
        <p:spPr>
          <a:xfrm flipH="1" flipV="1">
            <a:off x="3810000" y="2895600"/>
            <a:ext cx="609600" cy="1905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632" name="TextBox 71"/>
          <p:cNvSpPr txBox="1">
            <a:spLocks noChangeArrowheads="1"/>
          </p:cNvSpPr>
          <p:nvPr/>
        </p:nvSpPr>
        <p:spPr bwMode="auto">
          <a:xfrm>
            <a:off x="7620000" y="2982913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“/keys”</a:t>
            </a:r>
          </a:p>
        </p:txBody>
      </p:sp>
      <p:sp>
        <p:nvSpPr>
          <p:cNvPr id="25633" name="TextBox 80"/>
          <p:cNvSpPr txBox="1">
            <a:spLocks noChangeArrowheads="1"/>
          </p:cNvSpPr>
          <p:nvPr/>
        </p:nvSpPr>
        <p:spPr bwMode="auto">
          <a:xfrm>
            <a:off x="3886200" y="44958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twmrc</a:t>
            </a:r>
          </a:p>
        </p:txBody>
      </p:sp>
      <p:sp>
        <p:nvSpPr>
          <p:cNvPr id="25634" name="TextBox 81"/>
          <p:cNvSpPr txBox="1">
            <a:spLocks noChangeArrowheads="1"/>
          </p:cNvSpPr>
          <p:nvPr/>
        </p:nvSpPr>
        <p:spPr bwMode="auto">
          <a:xfrm>
            <a:off x="4800600" y="4572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mbox</a:t>
            </a:r>
          </a:p>
        </p:txBody>
      </p:sp>
      <p:cxnSp>
        <p:nvCxnSpPr>
          <p:cNvPr id="86" name="Straight Arrow Connector 85"/>
          <p:cNvCxnSpPr>
            <a:stCxn id="11" idx="2"/>
            <a:endCxn id="16" idx="0"/>
          </p:cNvCxnSpPr>
          <p:nvPr/>
        </p:nvCxnSpPr>
        <p:spPr>
          <a:xfrm>
            <a:off x="5448300" y="4343400"/>
            <a:ext cx="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917" name="Straight Arrow Connector 35916"/>
          <p:cNvCxnSpPr>
            <a:stCxn id="9" idx="2"/>
          </p:cNvCxnSpPr>
          <p:nvPr/>
        </p:nvCxnSpPr>
        <p:spPr>
          <a:xfrm flipH="1">
            <a:off x="4800600" y="2590800"/>
            <a:ext cx="1104900" cy="304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10" idx="2"/>
            <a:endCxn id="11" idx="0"/>
          </p:cNvCxnSpPr>
          <p:nvPr/>
        </p:nvCxnSpPr>
        <p:spPr>
          <a:xfrm>
            <a:off x="4610100" y="3276600"/>
            <a:ext cx="8382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22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 Resolution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153400" cy="4525963"/>
          </a:xfrm>
        </p:spPr>
        <p:txBody>
          <a:bodyPr>
            <a:normAutofit lnSpcReduction="10000"/>
          </a:bodyPr>
          <a:lstStyle/>
          <a:p>
            <a:r>
              <a:rPr lang="en-US" sz="2800"/>
              <a:t>The process of looking up a name is called Name Resolution</a:t>
            </a:r>
          </a:p>
          <a:p>
            <a:pPr lvl="4"/>
            <a:endParaRPr lang="en-US" sz="1400"/>
          </a:p>
          <a:p>
            <a:r>
              <a:rPr lang="en-US" sz="2800"/>
              <a:t>Closure mechanism</a:t>
            </a:r>
          </a:p>
          <a:p>
            <a:pPr lvl="1"/>
            <a:r>
              <a:rPr lang="en-US" sz="2400"/>
              <a:t>Name resolution cannot be accomplished without an initial directory node</a:t>
            </a:r>
            <a:endParaRPr lang="en-US" sz="1400"/>
          </a:p>
          <a:p>
            <a:pPr lvl="1"/>
            <a:r>
              <a:rPr lang="en-US" sz="2400" i="1"/>
              <a:t>Closure mechanism</a:t>
            </a:r>
            <a:r>
              <a:rPr lang="en-US" sz="2400"/>
              <a:t> selects the implicit context from which to start name resolution</a:t>
            </a:r>
          </a:p>
          <a:p>
            <a:pPr lvl="4"/>
            <a:endParaRPr lang="en-US" sz="1400"/>
          </a:p>
          <a:p>
            <a:pPr lvl="1"/>
            <a:r>
              <a:rPr lang="en-US" sz="2400"/>
              <a:t>Examples</a:t>
            </a:r>
          </a:p>
          <a:p>
            <a:pPr lvl="2"/>
            <a:r>
              <a:rPr lang="en-US" sz="2000">
                <a:hlinkClick r:id="rId2"/>
              </a:rPr>
              <a:t>www.qatar.cmu.edu</a:t>
            </a:r>
            <a:r>
              <a:rPr lang="en-US" sz="2000"/>
              <a:t>: start at the DNS Server</a:t>
            </a:r>
          </a:p>
          <a:p>
            <a:pPr lvl="2"/>
            <a:r>
              <a:rPr lang="en-US" sz="2000"/>
              <a:t>/home/steen/mbox: start at the root of the file-system</a:t>
            </a:r>
          </a:p>
        </p:txBody>
      </p:sp>
    </p:spTree>
    <p:extLst>
      <p:ext uri="{BB962C8B-B14F-4D97-AF65-F5344CB8AC3E}">
        <p14:creationId xmlns:p14="http://schemas.microsoft.com/office/powerpoint/2010/main" val="2070559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Name Linking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Name space can be effectively used to link two different entities</a:t>
            </a:r>
          </a:p>
          <a:p>
            <a:pPr lvl="3"/>
            <a:endParaRPr lang="en-US"/>
          </a:p>
          <a:p>
            <a:r>
              <a:rPr lang="en-US"/>
              <a:t>Two types of links can exist between the nodes</a:t>
            </a:r>
          </a:p>
          <a:p>
            <a:pPr marL="971550" lvl="1" indent="-514350">
              <a:buFontTx/>
              <a:buAutoNum type="arabicPeriod"/>
            </a:pPr>
            <a:r>
              <a:rPr lang="en-US">
                <a:solidFill>
                  <a:srgbClr val="0000FF"/>
                </a:solidFill>
              </a:rPr>
              <a:t>Hard Links</a:t>
            </a:r>
          </a:p>
          <a:p>
            <a:pPr marL="971550" lvl="1" indent="-514350">
              <a:buFontTx/>
              <a:buAutoNum type="arabicPeriod"/>
            </a:pPr>
            <a:r>
              <a:rPr lang="en-US">
                <a:solidFill>
                  <a:srgbClr val="0000FF"/>
                </a:solidFill>
              </a:rPr>
              <a:t>Symbolic Links</a:t>
            </a:r>
          </a:p>
        </p:txBody>
      </p:sp>
    </p:spTree>
    <p:extLst>
      <p:ext uri="{BB962C8B-B14F-4D97-AF65-F5344CB8AC3E}">
        <p14:creationId xmlns:p14="http://schemas.microsoft.com/office/powerpoint/2010/main" val="3819293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Hard Links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4953000" cy="4953000"/>
          </a:xfrm>
        </p:spPr>
        <p:txBody>
          <a:bodyPr/>
          <a:lstStyle/>
          <a:p>
            <a:pPr marL="342900" lvl="2" indent="-342900"/>
            <a:r>
              <a:rPr lang="en-US"/>
              <a:t>There is a directed link from the hard link to the actual node</a:t>
            </a:r>
          </a:p>
          <a:p>
            <a:pPr marL="1257300" lvl="4" indent="-342900"/>
            <a:endParaRPr lang="en-US" sz="2400"/>
          </a:p>
          <a:p>
            <a:pPr marL="342900" lvl="2" indent="-342900"/>
            <a:r>
              <a:rPr lang="en-US"/>
              <a:t>Name Resolution</a:t>
            </a:r>
          </a:p>
          <a:p>
            <a:pPr marL="800100" lvl="3" indent="-342900"/>
            <a:r>
              <a:rPr lang="en-US" sz="2400"/>
              <a:t>Similar to the general name resolution</a:t>
            </a:r>
          </a:p>
          <a:p>
            <a:pPr marL="1257300" lvl="4" indent="-342900"/>
            <a:endParaRPr lang="en-US" sz="2400"/>
          </a:p>
          <a:p>
            <a:r>
              <a:rPr lang="en-US" sz="2400"/>
              <a:t>Constraint:</a:t>
            </a:r>
          </a:p>
          <a:p>
            <a:pPr lvl="1"/>
            <a:r>
              <a:rPr lang="en-US" sz="2400"/>
              <a:t>There should be no cycles in the graph</a:t>
            </a:r>
          </a:p>
        </p:txBody>
      </p:sp>
      <p:sp>
        <p:nvSpPr>
          <p:cNvPr id="35915" name="Rectangle 35914"/>
          <p:cNvSpPr/>
          <p:nvPr/>
        </p:nvSpPr>
        <p:spPr>
          <a:xfrm>
            <a:off x="6019800" y="1447800"/>
            <a:ext cx="2819400" cy="533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“/home/</a:t>
            </a:r>
            <a:r>
              <a:rPr lang="en-US" dirty="0" err="1"/>
              <a:t>steen</a:t>
            </a:r>
            <a:r>
              <a:rPr lang="en-US" dirty="0"/>
              <a:t>/keys” is a hard link to “/keys”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22098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8956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400" y="39624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n4</a:t>
            </a:r>
          </a:p>
        </p:txBody>
      </p:sp>
      <p:sp>
        <p:nvSpPr>
          <p:cNvPr id="13" name="Oval 12"/>
          <p:cNvSpPr/>
          <p:nvPr/>
        </p:nvSpPr>
        <p:spPr>
          <a:xfrm>
            <a:off x="7620000" y="29718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n5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40386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n2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0" y="40386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n3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5029200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 dirty="0"/>
          </a:p>
        </p:txBody>
      </p:sp>
      <p:sp>
        <p:nvSpPr>
          <p:cNvPr id="17" name="Oval 16"/>
          <p:cNvSpPr/>
          <p:nvPr/>
        </p:nvSpPr>
        <p:spPr>
          <a:xfrm>
            <a:off x="6477000" y="5029200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cxnSp>
        <p:nvCxnSpPr>
          <p:cNvPr id="24" name="Straight Connector 23"/>
          <p:cNvCxnSpPr>
            <a:stCxn id="9" idx="2"/>
            <a:endCxn id="13" idx="0"/>
          </p:cNvCxnSpPr>
          <p:nvPr/>
        </p:nvCxnSpPr>
        <p:spPr>
          <a:xfrm>
            <a:off x="7277100" y="2590800"/>
            <a:ext cx="647700" cy="381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9" idx="2"/>
            <a:endCxn id="10" idx="0"/>
          </p:cNvCxnSpPr>
          <p:nvPr/>
        </p:nvCxnSpPr>
        <p:spPr>
          <a:xfrm flipH="1">
            <a:off x="6362700" y="2590800"/>
            <a:ext cx="914400" cy="304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2"/>
            <a:endCxn id="15" idx="0"/>
          </p:cNvCxnSpPr>
          <p:nvPr/>
        </p:nvCxnSpPr>
        <p:spPr>
          <a:xfrm>
            <a:off x="6362700" y="3276600"/>
            <a:ext cx="38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0" idx="2"/>
            <a:endCxn id="11" idx="0"/>
          </p:cNvCxnSpPr>
          <p:nvPr/>
        </p:nvCxnSpPr>
        <p:spPr>
          <a:xfrm>
            <a:off x="6362700" y="3276600"/>
            <a:ext cx="838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0" idx="2"/>
            <a:endCxn id="14" idx="0"/>
          </p:cNvCxnSpPr>
          <p:nvPr/>
        </p:nvCxnSpPr>
        <p:spPr>
          <a:xfrm flipH="1">
            <a:off x="5562600" y="3276600"/>
            <a:ext cx="800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1" idx="2"/>
            <a:endCxn id="16" idx="0"/>
          </p:cNvCxnSpPr>
          <p:nvPr/>
        </p:nvCxnSpPr>
        <p:spPr>
          <a:xfrm>
            <a:off x="7200900" y="4343400"/>
            <a:ext cx="457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1" idx="2"/>
            <a:endCxn id="17" idx="0"/>
          </p:cNvCxnSpPr>
          <p:nvPr/>
        </p:nvCxnSpPr>
        <p:spPr>
          <a:xfrm flipH="1">
            <a:off x="6781800" y="4343400"/>
            <a:ext cx="4191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3"/>
            <a:endCxn id="13" idx="4"/>
          </p:cNvCxnSpPr>
          <p:nvPr/>
        </p:nvCxnSpPr>
        <p:spPr>
          <a:xfrm flipV="1">
            <a:off x="7391400" y="3276600"/>
            <a:ext cx="533400" cy="8763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93" name="TextBox 52"/>
          <p:cNvSpPr txBox="1">
            <a:spLocks noChangeArrowheads="1"/>
          </p:cNvSpPr>
          <p:nvPr/>
        </p:nvSpPr>
        <p:spPr bwMode="auto">
          <a:xfrm>
            <a:off x="6019800" y="23622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home</a:t>
            </a:r>
          </a:p>
        </p:txBody>
      </p:sp>
      <p:sp>
        <p:nvSpPr>
          <p:cNvPr id="28694" name="TextBox 53"/>
          <p:cNvSpPr txBox="1">
            <a:spLocks noChangeArrowheads="1"/>
          </p:cNvSpPr>
          <p:nvPr/>
        </p:nvSpPr>
        <p:spPr bwMode="auto">
          <a:xfrm>
            <a:off x="7543800" y="24384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keys</a:t>
            </a:r>
          </a:p>
        </p:txBody>
      </p:sp>
      <p:sp>
        <p:nvSpPr>
          <p:cNvPr id="28695" name="TextBox 54"/>
          <p:cNvSpPr txBox="1">
            <a:spLocks noChangeArrowheads="1"/>
          </p:cNvSpPr>
          <p:nvPr/>
        </p:nvSpPr>
        <p:spPr bwMode="auto">
          <a:xfrm>
            <a:off x="6705600" y="33528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steen</a:t>
            </a:r>
          </a:p>
        </p:txBody>
      </p:sp>
      <p:sp>
        <p:nvSpPr>
          <p:cNvPr id="28696" name="TextBox 55"/>
          <p:cNvSpPr txBox="1">
            <a:spLocks noChangeArrowheads="1"/>
          </p:cNvSpPr>
          <p:nvPr/>
        </p:nvSpPr>
        <p:spPr bwMode="auto">
          <a:xfrm>
            <a:off x="5867400" y="3505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max</a:t>
            </a:r>
          </a:p>
        </p:txBody>
      </p:sp>
      <p:sp>
        <p:nvSpPr>
          <p:cNvPr id="28697" name="TextBox 56"/>
          <p:cNvSpPr txBox="1">
            <a:spLocks noChangeArrowheads="1"/>
          </p:cNvSpPr>
          <p:nvPr/>
        </p:nvSpPr>
        <p:spPr bwMode="auto">
          <a:xfrm>
            <a:off x="5029200" y="3352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elke</a:t>
            </a:r>
          </a:p>
        </p:txBody>
      </p:sp>
      <p:sp>
        <p:nvSpPr>
          <p:cNvPr id="28698" name="TextBox 71"/>
          <p:cNvSpPr txBox="1">
            <a:spLocks noChangeArrowheads="1"/>
          </p:cNvSpPr>
          <p:nvPr/>
        </p:nvSpPr>
        <p:spPr bwMode="auto">
          <a:xfrm>
            <a:off x="8229600" y="2982913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“/keys”</a:t>
            </a:r>
          </a:p>
        </p:txBody>
      </p:sp>
      <p:sp>
        <p:nvSpPr>
          <p:cNvPr id="28699" name="TextBox 80"/>
          <p:cNvSpPr txBox="1">
            <a:spLocks noChangeArrowheads="1"/>
          </p:cNvSpPr>
          <p:nvPr/>
        </p:nvSpPr>
        <p:spPr bwMode="auto">
          <a:xfrm>
            <a:off x="6096000" y="44958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twmrc</a:t>
            </a:r>
          </a:p>
        </p:txBody>
      </p:sp>
      <p:sp>
        <p:nvSpPr>
          <p:cNvPr id="28700" name="TextBox 81"/>
          <p:cNvSpPr txBox="1">
            <a:spLocks noChangeArrowheads="1"/>
          </p:cNvSpPr>
          <p:nvPr/>
        </p:nvSpPr>
        <p:spPr bwMode="auto">
          <a:xfrm>
            <a:off x="7010400" y="4572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mbox</a:t>
            </a:r>
          </a:p>
        </p:txBody>
      </p:sp>
      <p:sp>
        <p:nvSpPr>
          <p:cNvPr id="28701" name="TextBox 83"/>
          <p:cNvSpPr txBox="1">
            <a:spLocks noChangeArrowheads="1"/>
          </p:cNvSpPr>
          <p:nvPr/>
        </p:nvSpPr>
        <p:spPr bwMode="auto">
          <a:xfrm>
            <a:off x="7620000" y="3810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keys</a:t>
            </a:r>
          </a:p>
        </p:txBody>
      </p:sp>
      <p:cxnSp>
        <p:nvCxnSpPr>
          <p:cNvPr id="70" name="Straight Arrow Connector 69"/>
          <p:cNvCxnSpPr>
            <a:stCxn id="9" idx="2"/>
            <a:endCxn id="10" idx="0"/>
          </p:cNvCxnSpPr>
          <p:nvPr/>
        </p:nvCxnSpPr>
        <p:spPr>
          <a:xfrm flipH="1">
            <a:off x="6362700" y="2590800"/>
            <a:ext cx="914400" cy="304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10" idx="2"/>
            <a:endCxn id="11" idx="0"/>
          </p:cNvCxnSpPr>
          <p:nvPr/>
        </p:nvCxnSpPr>
        <p:spPr>
          <a:xfrm>
            <a:off x="6362700" y="3276600"/>
            <a:ext cx="8382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11" idx="3"/>
            <a:endCxn id="13" idx="4"/>
          </p:cNvCxnSpPr>
          <p:nvPr/>
        </p:nvCxnSpPr>
        <p:spPr>
          <a:xfrm flipV="1">
            <a:off x="7391400" y="3276600"/>
            <a:ext cx="533400" cy="8763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229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Symbolic Links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5867400" cy="4953000"/>
          </a:xfrm>
        </p:spPr>
        <p:txBody>
          <a:bodyPr/>
          <a:lstStyle/>
          <a:p>
            <a:pPr marL="342900" lvl="2" indent="-342900"/>
            <a:r>
              <a:rPr lang="en-US"/>
              <a:t>Symbolic link stores the name of the original node as </a:t>
            </a:r>
            <a:r>
              <a:rPr lang="en-US" i="1"/>
              <a:t>data</a:t>
            </a:r>
          </a:p>
          <a:p>
            <a:pPr marL="1257300" lvl="4" indent="-342900"/>
            <a:endParaRPr lang="en-US"/>
          </a:p>
          <a:p>
            <a:pPr marL="342900" lvl="2" indent="-342900"/>
            <a:r>
              <a:rPr lang="en-US"/>
              <a:t>Name Resolution for a symbolic link SL</a:t>
            </a:r>
          </a:p>
          <a:p>
            <a:pPr lvl="1"/>
            <a:r>
              <a:rPr lang="en-US" sz="2400"/>
              <a:t>First resolve SL’s name</a:t>
            </a:r>
          </a:p>
          <a:p>
            <a:pPr lvl="1"/>
            <a:r>
              <a:rPr lang="en-US" sz="2400"/>
              <a:t>Read the content of SL </a:t>
            </a:r>
          </a:p>
          <a:p>
            <a:pPr lvl="1"/>
            <a:r>
              <a:rPr lang="en-US" sz="2400"/>
              <a:t>Name resolution continues </a:t>
            </a:r>
          </a:p>
          <a:p>
            <a:pPr lvl="1">
              <a:buFontTx/>
              <a:buNone/>
            </a:pPr>
            <a:r>
              <a:rPr lang="en-US" sz="2400"/>
              <a:t>	with content of SL</a:t>
            </a:r>
          </a:p>
          <a:p>
            <a:pPr marL="1257300" lvl="4" indent="-342900"/>
            <a:endParaRPr lang="en-US"/>
          </a:p>
          <a:p>
            <a:r>
              <a:rPr lang="en-US" sz="2400"/>
              <a:t>Constraint:</a:t>
            </a:r>
          </a:p>
          <a:p>
            <a:pPr lvl="1"/>
            <a:r>
              <a:rPr lang="en-US" sz="2400"/>
              <a:t>No cyclic references should be present</a:t>
            </a:r>
          </a:p>
        </p:txBody>
      </p:sp>
      <p:sp>
        <p:nvSpPr>
          <p:cNvPr id="35915" name="Rectangle 35914"/>
          <p:cNvSpPr/>
          <p:nvPr/>
        </p:nvSpPr>
        <p:spPr>
          <a:xfrm>
            <a:off x="6019800" y="1447800"/>
            <a:ext cx="2819400" cy="533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“/home/</a:t>
            </a:r>
            <a:r>
              <a:rPr lang="en-US" dirty="0" err="1"/>
              <a:t>steen</a:t>
            </a:r>
            <a:r>
              <a:rPr lang="en-US" dirty="0"/>
              <a:t>/keys” is a symbolic link to “/keys”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22098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8956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400" y="39624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n4</a:t>
            </a:r>
          </a:p>
        </p:txBody>
      </p:sp>
      <p:sp>
        <p:nvSpPr>
          <p:cNvPr id="13" name="Oval 12"/>
          <p:cNvSpPr/>
          <p:nvPr/>
        </p:nvSpPr>
        <p:spPr>
          <a:xfrm>
            <a:off x="7620000" y="29718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n5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40386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n2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0" y="40386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n3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5029200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 dirty="0"/>
          </a:p>
        </p:txBody>
      </p:sp>
      <p:sp>
        <p:nvSpPr>
          <p:cNvPr id="17" name="Oval 16"/>
          <p:cNvSpPr/>
          <p:nvPr/>
        </p:nvSpPr>
        <p:spPr>
          <a:xfrm>
            <a:off x="6019800" y="5029200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cxnSp>
        <p:nvCxnSpPr>
          <p:cNvPr id="24" name="Straight Connector 23"/>
          <p:cNvCxnSpPr>
            <a:stCxn id="9" idx="2"/>
            <a:endCxn id="13" idx="0"/>
          </p:cNvCxnSpPr>
          <p:nvPr/>
        </p:nvCxnSpPr>
        <p:spPr>
          <a:xfrm>
            <a:off x="7277100" y="2590800"/>
            <a:ext cx="647700" cy="381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9" idx="2"/>
            <a:endCxn id="10" idx="0"/>
          </p:cNvCxnSpPr>
          <p:nvPr/>
        </p:nvCxnSpPr>
        <p:spPr>
          <a:xfrm flipH="1">
            <a:off x="6362700" y="2590800"/>
            <a:ext cx="914400" cy="304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0" idx="2"/>
            <a:endCxn id="15" idx="0"/>
          </p:cNvCxnSpPr>
          <p:nvPr/>
        </p:nvCxnSpPr>
        <p:spPr>
          <a:xfrm>
            <a:off x="6362700" y="3276600"/>
            <a:ext cx="38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0" idx="2"/>
            <a:endCxn id="11" idx="0"/>
          </p:cNvCxnSpPr>
          <p:nvPr/>
        </p:nvCxnSpPr>
        <p:spPr>
          <a:xfrm>
            <a:off x="6362700" y="3276600"/>
            <a:ext cx="8382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0" idx="2"/>
            <a:endCxn id="14" idx="0"/>
          </p:cNvCxnSpPr>
          <p:nvPr/>
        </p:nvCxnSpPr>
        <p:spPr>
          <a:xfrm flipH="1">
            <a:off x="5562600" y="3276600"/>
            <a:ext cx="800100" cy="7620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1" idx="2"/>
            <a:endCxn id="16" idx="0"/>
          </p:cNvCxnSpPr>
          <p:nvPr/>
        </p:nvCxnSpPr>
        <p:spPr>
          <a:xfrm>
            <a:off x="7200900" y="4343400"/>
            <a:ext cx="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1" idx="2"/>
            <a:endCxn id="17" idx="0"/>
          </p:cNvCxnSpPr>
          <p:nvPr/>
        </p:nvCxnSpPr>
        <p:spPr>
          <a:xfrm flipH="1">
            <a:off x="6324600" y="4343400"/>
            <a:ext cx="8763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6" name="TextBox 52"/>
          <p:cNvSpPr txBox="1">
            <a:spLocks noChangeArrowheads="1"/>
          </p:cNvSpPr>
          <p:nvPr/>
        </p:nvSpPr>
        <p:spPr bwMode="auto">
          <a:xfrm>
            <a:off x="6019800" y="23622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home</a:t>
            </a:r>
          </a:p>
        </p:txBody>
      </p:sp>
      <p:sp>
        <p:nvSpPr>
          <p:cNvPr id="29717" name="TextBox 53"/>
          <p:cNvSpPr txBox="1">
            <a:spLocks noChangeArrowheads="1"/>
          </p:cNvSpPr>
          <p:nvPr/>
        </p:nvSpPr>
        <p:spPr bwMode="auto">
          <a:xfrm>
            <a:off x="7543800" y="24384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keys</a:t>
            </a:r>
          </a:p>
        </p:txBody>
      </p:sp>
      <p:sp>
        <p:nvSpPr>
          <p:cNvPr id="29718" name="TextBox 54"/>
          <p:cNvSpPr txBox="1">
            <a:spLocks noChangeArrowheads="1"/>
          </p:cNvSpPr>
          <p:nvPr/>
        </p:nvSpPr>
        <p:spPr bwMode="auto">
          <a:xfrm>
            <a:off x="6705600" y="33528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steen</a:t>
            </a:r>
          </a:p>
        </p:txBody>
      </p:sp>
      <p:sp>
        <p:nvSpPr>
          <p:cNvPr id="29719" name="TextBox 55"/>
          <p:cNvSpPr txBox="1">
            <a:spLocks noChangeArrowheads="1"/>
          </p:cNvSpPr>
          <p:nvPr/>
        </p:nvSpPr>
        <p:spPr bwMode="auto">
          <a:xfrm>
            <a:off x="5867400" y="3505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max</a:t>
            </a:r>
          </a:p>
        </p:txBody>
      </p:sp>
      <p:sp>
        <p:nvSpPr>
          <p:cNvPr id="29720" name="TextBox 56"/>
          <p:cNvSpPr txBox="1">
            <a:spLocks noChangeArrowheads="1"/>
          </p:cNvSpPr>
          <p:nvPr/>
        </p:nvSpPr>
        <p:spPr bwMode="auto">
          <a:xfrm>
            <a:off x="5029200" y="3352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elke</a:t>
            </a:r>
          </a:p>
        </p:txBody>
      </p:sp>
      <p:sp>
        <p:nvSpPr>
          <p:cNvPr id="29721" name="TextBox 71"/>
          <p:cNvSpPr txBox="1">
            <a:spLocks noChangeArrowheads="1"/>
          </p:cNvSpPr>
          <p:nvPr/>
        </p:nvSpPr>
        <p:spPr bwMode="auto">
          <a:xfrm>
            <a:off x="8229600" y="2982913"/>
            <a:ext cx="106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“/keys”</a:t>
            </a:r>
          </a:p>
        </p:txBody>
      </p:sp>
      <p:sp>
        <p:nvSpPr>
          <p:cNvPr id="29722" name="TextBox 80"/>
          <p:cNvSpPr txBox="1">
            <a:spLocks noChangeArrowheads="1"/>
          </p:cNvSpPr>
          <p:nvPr/>
        </p:nvSpPr>
        <p:spPr bwMode="auto">
          <a:xfrm>
            <a:off x="6019800" y="44958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twmrc</a:t>
            </a:r>
          </a:p>
        </p:txBody>
      </p:sp>
      <p:sp>
        <p:nvSpPr>
          <p:cNvPr id="29723" name="TextBox 81"/>
          <p:cNvSpPr txBox="1">
            <a:spLocks noChangeArrowheads="1"/>
          </p:cNvSpPr>
          <p:nvPr/>
        </p:nvSpPr>
        <p:spPr bwMode="auto">
          <a:xfrm>
            <a:off x="6781800" y="45720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mbox</a:t>
            </a:r>
          </a:p>
        </p:txBody>
      </p:sp>
      <p:sp>
        <p:nvSpPr>
          <p:cNvPr id="29724" name="TextBox 83"/>
          <p:cNvSpPr txBox="1">
            <a:spLocks noChangeArrowheads="1"/>
          </p:cNvSpPr>
          <p:nvPr/>
        </p:nvSpPr>
        <p:spPr bwMode="auto">
          <a:xfrm>
            <a:off x="7620000" y="4278313"/>
            <a:ext cx="91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keys</a:t>
            </a:r>
          </a:p>
        </p:txBody>
      </p:sp>
      <p:cxnSp>
        <p:nvCxnSpPr>
          <p:cNvPr id="70" name="Straight Arrow Connector 69"/>
          <p:cNvCxnSpPr>
            <a:stCxn id="9" idx="2"/>
            <a:endCxn id="10" idx="0"/>
          </p:cNvCxnSpPr>
          <p:nvPr/>
        </p:nvCxnSpPr>
        <p:spPr>
          <a:xfrm flipH="1">
            <a:off x="6362700" y="2590800"/>
            <a:ext cx="914400" cy="304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10" idx="2"/>
            <a:endCxn id="11" idx="0"/>
          </p:cNvCxnSpPr>
          <p:nvPr/>
        </p:nvCxnSpPr>
        <p:spPr>
          <a:xfrm>
            <a:off x="6362700" y="3276600"/>
            <a:ext cx="8382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1" idx="2"/>
            <a:endCxn id="38" idx="0"/>
          </p:cNvCxnSpPr>
          <p:nvPr/>
        </p:nvCxnSpPr>
        <p:spPr>
          <a:xfrm>
            <a:off x="7200900" y="4343400"/>
            <a:ext cx="952500" cy="68580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848600" y="5029200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400" dirty="0"/>
              <a:t>n6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96200" y="5715000"/>
            <a:ext cx="914400" cy="3810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“/keys”</a:t>
            </a:r>
          </a:p>
        </p:txBody>
      </p:sp>
      <p:cxnSp>
        <p:nvCxnSpPr>
          <p:cNvPr id="40" name="Straight Connector 39"/>
          <p:cNvCxnSpPr>
            <a:stCxn id="38" idx="4"/>
            <a:endCxn id="39" idx="0"/>
          </p:cNvCxnSpPr>
          <p:nvPr/>
        </p:nvCxnSpPr>
        <p:spPr>
          <a:xfrm>
            <a:off x="8153400" y="5410200"/>
            <a:ext cx="0" cy="304800"/>
          </a:xfrm>
          <a:prstGeom prst="line">
            <a:avLst/>
          </a:prstGeom>
          <a:ln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731" name="TextBox 47"/>
          <p:cNvSpPr txBox="1">
            <a:spLocks noChangeArrowheads="1"/>
          </p:cNvSpPr>
          <p:nvPr/>
        </p:nvSpPr>
        <p:spPr bwMode="auto">
          <a:xfrm>
            <a:off x="5486400" y="57150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Data stored in n6</a:t>
            </a:r>
          </a:p>
        </p:txBody>
      </p:sp>
      <p:cxnSp>
        <p:nvCxnSpPr>
          <p:cNvPr id="77" name="Straight Arrow Connector 76"/>
          <p:cNvCxnSpPr>
            <a:stCxn id="11" idx="2"/>
            <a:endCxn id="38" idx="0"/>
          </p:cNvCxnSpPr>
          <p:nvPr/>
        </p:nvCxnSpPr>
        <p:spPr>
          <a:xfrm>
            <a:off x="7200900" y="4343400"/>
            <a:ext cx="952500" cy="685800"/>
          </a:xfrm>
          <a:prstGeom prst="straightConnector1">
            <a:avLst/>
          </a:prstGeom>
          <a:ln w="38100">
            <a:solidFill>
              <a:srgbClr val="0000FF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2"/>
            <a:endCxn id="13" idx="0"/>
          </p:cNvCxnSpPr>
          <p:nvPr/>
        </p:nvCxnSpPr>
        <p:spPr>
          <a:xfrm>
            <a:off x="7277100" y="2590800"/>
            <a:ext cx="647700" cy="381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73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15" grpId="0" animBg="1"/>
      <p:bldP spid="3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Mounting of Name Spaces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Two or more name spaces can be merged transparently by a technique known as mounting</a:t>
            </a:r>
          </a:p>
          <a:p>
            <a:pPr lvl="4"/>
            <a:endParaRPr lang="en-US" sz="1600"/>
          </a:p>
          <a:p>
            <a:r>
              <a:rPr lang="en-US" sz="2800"/>
              <a:t>In mounting, a directory node in one name space will store the identifier of the directory node of another name space</a:t>
            </a:r>
          </a:p>
          <a:p>
            <a:endParaRPr lang="en-US" sz="2800"/>
          </a:p>
          <a:p>
            <a:r>
              <a:rPr lang="en-US" sz="2800"/>
              <a:t>Network File System (NFS) is an example where different name spaces are mounted</a:t>
            </a:r>
          </a:p>
          <a:p>
            <a:pPr lvl="1"/>
            <a:r>
              <a:rPr lang="en-US" sz="2400"/>
              <a:t>NFS enables transparent access to remote files</a:t>
            </a:r>
          </a:p>
        </p:txBody>
      </p:sp>
    </p:spTree>
    <p:extLst>
      <p:ext uri="{BB962C8B-B14F-4D97-AF65-F5344CB8AC3E}">
        <p14:creationId xmlns:p14="http://schemas.microsoft.com/office/powerpoint/2010/main" val="2998376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/>
              <a:t>Example of Mounting </a:t>
            </a:r>
            <a:br>
              <a:rPr lang="en-US" sz="3600"/>
            </a:br>
            <a:r>
              <a:rPr lang="en-US" sz="3600"/>
              <a:t>Name Spaces in NFS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57200" y="1798638"/>
            <a:ext cx="8229600" cy="4525962"/>
          </a:xfrm>
        </p:spPr>
        <p:txBody>
          <a:bodyPr/>
          <a:lstStyle/>
          <a:p>
            <a:endParaRPr lang="sv-SE"/>
          </a:p>
        </p:txBody>
      </p:sp>
      <p:grpSp>
        <p:nvGrpSpPr>
          <p:cNvPr id="31748" name="Group 7"/>
          <p:cNvGrpSpPr>
            <a:grpSpLocks/>
          </p:cNvGrpSpPr>
          <p:nvPr/>
        </p:nvGrpSpPr>
        <p:grpSpPr bwMode="auto">
          <a:xfrm>
            <a:off x="5410200" y="1874838"/>
            <a:ext cx="2971800" cy="3962400"/>
            <a:chOff x="5105400" y="3962400"/>
            <a:chExt cx="3194686" cy="2057400"/>
          </a:xfrm>
        </p:grpSpPr>
        <p:sp>
          <p:nvSpPr>
            <p:cNvPr id="6" name="Rectangle 5"/>
            <p:cNvSpPr/>
            <p:nvPr/>
          </p:nvSpPr>
          <p:spPr>
            <a:xfrm>
              <a:off x="5105400" y="3962400"/>
              <a:ext cx="3194686" cy="20574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5105400" y="3962400"/>
              <a:ext cx="3194686" cy="2118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</a:rPr>
                <a:t>Machine B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5562600" y="2484438"/>
            <a:ext cx="2667000" cy="281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1600" b="1" dirty="0">
                <a:solidFill>
                  <a:srgbClr val="000000"/>
                </a:solidFill>
              </a:rPr>
              <a:t>Name Space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2600" y="5318125"/>
            <a:ext cx="2667000" cy="4572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OS</a:t>
            </a:r>
          </a:p>
        </p:txBody>
      </p:sp>
      <p:grpSp>
        <p:nvGrpSpPr>
          <p:cNvPr id="31751" name="Group 7"/>
          <p:cNvGrpSpPr>
            <a:grpSpLocks/>
          </p:cNvGrpSpPr>
          <p:nvPr/>
        </p:nvGrpSpPr>
        <p:grpSpPr bwMode="auto">
          <a:xfrm>
            <a:off x="762000" y="1874838"/>
            <a:ext cx="2971800" cy="3962400"/>
            <a:chOff x="5105400" y="3962400"/>
            <a:chExt cx="3276601" cy="2057400"/>
          </a:xfrm>
        </p:grpSpPr>
        <p:sp>
          <p:nvSpPr>
            <p:cNvPr id="13" name="Rectangle 12"/>
            <p:cNvSpPr/>
            <p:nvPr/>
          </p:nvSpPr>
          <p:spPr>
            <a:xfrm>
              <a:off x="5105400" y="3962400"/>
              <a:ext cx="3276601" cy="20574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5105400" y="3962400"/>
              <a:ext cx="3276601" cy="21183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/>
                  </a:solidFill>
                </a:rPr>
                <a:t>Machine A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990600" y="2484438"/>
            <a:ext cx="2514600" cy="281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en-US" sz="1600" b="1" dirty="0">
                <a:solidFill>
                  <a:srgbClr val="000000"/>
                </a:solidFill>
              </a:rPr>
              <a:t>Name Space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318125"/>
            <a:ext cx="2514600" cy="457200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OS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1676400" y="6142038"/>
            <a:ext cx="59436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>
            <a:off x="2514600" y="5989638"/>
            <a:ext cx="304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6342063" y="5989638"/>
            <a:ext cx="3048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781800" y="2865438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0" name="Rectangle 39"/>
          <p:cNvSpPr/>
          <p:nvPr/>
        </p:nvSpPr>
        <p:spPr>
          <a:xfrm>
            <a:off x="6426200" y="3398838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7010400" y="4097338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2" name="Oval 41"/>
          <p:cNvSpPr/>
          <p:nvPr/>
        </p:nvSpPr>
        <p:spPr>
          <a:xfrm>
            <a:off x="7137400" y="33528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3" name="Oval 42"/>
          <p:cNvSpPr/>
          <p:nvPr/>
        </p:nvSpPr>
        <p:spPr>
          <a:xfrm>
            <a:off x="5638800" y="4160838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4" name="Oval 43"/>
          <p:cNvSpPr/>
          <p:nvPr/>
        </p:nvSpPr>
        <p:spPr>
          <a:xfrm>
            <a:off x="6324600" y="4160838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5" name="Oval 44"/>
          <p:cNvSpPr/>
          <p:nvPr/>
        </p:nvSpPr>
        <p:spPr>
          <a:xfrm>
            <a:off x="7251700" y="4846638"/>
            <a:ext cx="6858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46" name="Oval 45"/>
          <p:cNvSpPr/>
          <p:nvPr/>
        </p:nvSpPr>
        <p:spPr>
          <a:xfrm>
            <a:off x="6553200" y="4846638"/>
            <a:ext cx="609600" cy="381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100" dirty="0"/>
          </a:p>
        </p:txBody>
      </p:sp>
      <p:cxnSp>
        <p:nvCxnSpPr>
          <p:cNvPr id="47" name="Straight Connector 46"/>
          <p:cNvCxnSpPr>
            <a:stCxn id="39" idx="2"/>
            <a:endCxn id="42" idx="0"/>
          </p:cNvCxnSpPr>
          <p:nvPr/>
        </p:nvCxnSpPr>
        <p:spPr>
          <a:xfrm>
            <a:off x="6972300" y="3246438"/>
            <a:ext cx="469900" cy="106362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39" idx="2"/>
            <a:endCxn id="40" idx="0"/>
          </p:cNvCxnSpPr>
          <p:nvPr/>
        </p:nvCxnSpPr>
        <p:spPr>
          <a:xfrm flipH="1">
            <a:off x="6616700" y="3246438"/>
            <a:ext cx="355600" cy="1524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40" idx="2"/>
            <a:endCxn id="44" idx="0"/>
          </p:cNvCxnSpPr>
          <p:nvPr/>
        </p:nvCxnSpPr>
        <p:spPr>
          <a:xfrm>
            <a:off x="6616700" y="3779838"/>
            <a:ext cx="12700" cy="3810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40" idx="2"/>
            <a:endCxn id="41" idx="0"/>
          </p:cNvCxnSpPr>
          <p:nvPr/>
        </p:nvCxnSpPr>
        <p:spPr>
          <a:xfrm>
            <a:off x="6616700" y="3779838"/>
            <a:ext cx="584200" cy="3175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0" idx="2"/>
            <a:endCxn id="43" idx="0"/>
          </p:cNvCxnSpPr>
          <p:nvPr/>
        </p:nvCxnSpPr>
        <p:spPr>
          <a:xfrm flipH="1">
            <a:off x="5943600" y="3779838"/>
            <a:ext cx="673100" cy="3810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1" idx="2"/>
            <a:endCxn id="45" idx="0"/>
          </p:cNvCxnSpPr>
          <p:nvPr/>
        </p:nvCxnSpPr>
        <p:spPr>
          <a:xfrm>
            <a:off x="7200900" y="4478338"/>
            <a:ext cx="393700" cy="3683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1" idx="2"/>
            <a:endCxn id="46" idx="0"/>
          </p:cNvCxnSpPr>
          <p:nvPr/>
        </p:nvCxnSpPr>
        <p:spPr>
          <a:xfrm flipH="1">
            <a:off x="6858000" y="4478338"/>
            <a:ext cx="342900" cy="3683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72" name="TextBox 53"/>
          <p:cNvSpPr txBox="1">
            <a:spLocks noChangeArrowheads="1"/>
          </p:cNvSpPr>
          <p:nvPr/>
        </p:nvSpPr>
        <p:spPr bwMode="auto">
          <a:xfrm>
            <a:off x="6019800" y="3017838"/>
            <a:ext cx="8382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i="1"/>
              <a:t>home</a:t>
            </a:r>
          </a:p>
        </p:txBody>
      </p:sp>
      <p:sp>
        <p:nvSpPr>
          <p:cNvPr id="31773" name="TextBox 55"/>
          <p:cNvSpPr txBox="1">
            <a:spLocks noChangeArrowheads="1"/>
          </p:cNvSpPr>
          <p:nvPr/>
        </p:nvSpPr>
        <p:spPr bwMode="auto">
          <a:xfrm>
            <a:off x="6781800" y="3670300"/>
            <a:ext cx="83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i="1"/>
              <a:t>steen</a:t>
            </a:r>
          </a:p>
        </p:txBody>
      </p:sp>
      <p:sp>
        <p:nvSpPr>
          <p:cNvPr id="31774" name="TextBox 59"/>
          <p:cNvSpPr txBox="1">
            <a:spLocks noChangeArrowheads="1"/>
          </p:cNvSpPr>
          <p:nvPr/>
        </p:nvSpPr>
        <p:spPr bwMode="auto">
          <a:xfrm>
            <a:off x="7391400" y="4465638"/>
            <a:ext cx="762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i="1"/>
              <a:t>mbox</a:t>
            </a:r>
          </a:p>
        </p:txBody>
      </p:sp>
      <p:sp>
        <p:nvSpPr>
          <p:cNvPr id="31775" name="TextBox 70"/>
          <p:cNvSpPr txBox="1">
            <a:spLocks noChangeArrowheads="1"/>
          </p:cNvSpPr>
          <p:nvPr/>
        </p:nvSpPr>
        <p:spPr bwMode="auto">
          <a:xfrm>
            <a:off x="3733800" y="2209800"/>
            <a:ext cx="1676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600"/>
              <a:t>Name Server for </a:t>
            </a:r>
          </a:p>
          <a:p>
            <a:pPr algn="ctr" eaLnBrk="1" hangingPunct="1"/>
            <a:r>
              <a:rPr lang="en-US" sz="1600"/>
              <a:t>foreign name space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28194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73" name="Rectangle 72"/>
          <p:cNvSpPr/>
          <p:nvPr/>
        </p:nvSpPr>
        <p:spPr>
          <a:xfrm>
            <a:off x="1930400" y="33528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74" name="Rectangle 73"/>
          <p:cNvSpPr/>
          <p:nvPr/>
        </p:nvSpPr>
        <p:spPr>
          <a:xfrm>
            <a:off x="2514600" y="4051300"/>
            <a:ext cx="381000" cy="381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75" name="Oval 74"/>
          <p:cNvSpPr/>
          <p:nvPr/>
        </p:nvSpPr>
        <p:spPr>
          <a:xfrm>
            <a:off x="2641600" y="3306763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sp>
        <p:nvSpPr>
          <p:cNvPr id="76" name="Oval 75"/>
          <p:cNvSpPr/>
          <p:nvPr/>
        </p:nvSpPr>
        <p:spPr>
          <a:xfrm>
            <a:off x="1143000" y="4114800"/>
            <a:ext cx="609600" cy="304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200" dirty="0"/>
          </a:p>
        </p:txBody>
      </p:sp>
      <p:cxnSp>
        <p:nvCxnSpPr>
          <p:cNvPr id="80" name="Straight Connector 79"/>
          <p:cNvCxnSpPr>
            <a:stCxn id="72" idx="2"/>
            <a:endCxn id="75" idx="0"/>
          </p:cNvCxnSpPr>
          <p:nvPr/>
        </p:nvCxnSpPr>
        <p:spPr>
          <a:xfrm>
            <a:off x="2476500" y="3200400"/>
            <a:ext cx="469900" cy="106363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2" idx="2"/>
            <a:endCxn id="73" idx="0"/>
          </p:cNvCxnSpPr>
          <p:nvPr/>
        </p:nvCxnSpPr>
        <p:spPr>
          <a:xfrm flipH="1">
            <a:off x="2120900" y="3200400"/>
            <a:ext cx="355600" cy="1524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>
            <a:stCxn id="73" idx="2"/>
            <a:endCxn id="74" idx="0"/>
          </p:cNvCxnSpPr>
          <p:nvPr/>
        </p:nvCxnSpPr>
        <p:spPr>
          <a:xfrm>
            <a:off x="2120900" y="3733800"/>
            <a:ext cx="584200" cy="3175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73" idx="2"/>
            <a:endCxn id="76" idx="0"/>
          </p:cNvCxnSpPr>
          <p:nvPr/>
        </p:nvCxnSpPr>
        <p:spPr>
          <a:xfrm flipH="1">
            <a:off x="1447800" y="3733800"/>
            <a:ext cx="673100" cy="3810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85" name="TextBox 86"/>
          <p:cNvSpPr txBox="1">
            <a:spLocks noChangeArrowheads="1"/>
          </p:cNvSpPr>
          <p:nvPr/>
        </p:nvSpPr>
        <p:spPr bwMode="auto">
          <a:xfrm>
            <a:off x="1524000" y="2971800"/>
            <a:ext cx="83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i="1"/>
              <a:t>remote</a:t>
            </a:r>
          </a:p>
        </p:txBody>
      </p:sp>
      <p:sp>
        <p:nvSpPr>
          <p:cNvPr id="31786" name="TextBox 87"/>
          <p:cNvSpPr txBox="1">
            <a:spLocks noChangeArrowheads="1"/>
          </p:cNvSpPr>
          <p:nvPr/>
        </p:nvSpPr>
        <p:spPr bwMode="auto">
          <a:xfrm>
            <a:off x="2286000" y="3624263"/>
            <a:ext cx="5334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1600" i="1"/>
              <a:t>vu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66800" y="4572000"/>
            <a:ext cx="1600200" cy="609600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“nfs://</a:t>
            </a:r>
            <a:r>
              <a:rPr lang="en-US" sz="1400" dirty="0"/>
              <a:t>flits.cs.vu.nl/home/steen</a:t>
            </a:r>
            <a:r>
              <a:rPr lang="en-US" dirty="0"/>
              <a:t>”</a:t>
            </a:r>
          </a:p>
        </p:txBody>
      </p:sp>
      <p:cxnSp>
        <p:nvCxnSpPr>
          <p:cNvPr id="91" name="Straight Connector 90"/>
          <p:cNvCxnSpPr>
            <a:stCxn id="74" idx="2"/>
            <a:endCxn id="90" idx="0"/>
          </p:cNvCxnSpPr>
          <p:nvPr/>
        </p:nvCxnSpPr>
        <p:spPr>
          <a:xfrm flipH="1">
            <a:off x="1866900" y="4432300"/>
            <a:ext cx="838200" cy="139700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102"/>
          <p:cNvGrpSpPr>
            <a:grpSpLocks/>
          </p:cNvGrpSpPr>
          <p:nvPr/>
        </p:nvGrpSpPr>
        <p:grpSpPr bwMode="auto">
          <a:xfrm>
            <a:off x="2590800" y="5181600"/>
            <a:ext cx="5029200" cy="838200"/>
            <a:chOff x="2590800" y="5181600"/>
            <a:chExt cx="5029200" cy="838200"/>
          </a:xfrm>
        </p:grpSpPr>
        <p:cxnSp>
          <p:nvCxnSpPr>
            <p:cNvPr id="37" name="Straight Connector 36"/>
            <p:cNvCxnSpPr>
              <a:stCxn id="45" idx="4"/>
            </p:cNvCxnSpPr>
            <p:nvPr/>
          </p:nvCxnSpPr>
          <p:spPr bwMode="auto">
            <a:xfrm>
              <a:off x="7594600" y="5227638"/>
              <a:ext cx="25400" cy="792162"/>
            </a:xfrm>
            <a:prstGeom prst="line">
              <a:avLst/>
            </a:prstGeom>
            <a:ln w="57150">
              <a:solidFill>
                <a:srgbClr val="0000FF"/>
              </a:solidFill>
              <a:head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>
              <a:off x="2590800" y="6019800"/>
              <a:ext cx="5016500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>
              <a:off x="2590800" y="5181600"/>
              <a:ext cx="0" cy="83820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/>
          <p:cNvCxnSpPr/>
          <p:nvPr/>
        </p:nvCxnSpPr>
        <p:spPr>
          <a:xfrm flipH="1" flipV="1">
            <a:off x="5257800" y="2667000"/>
            <a:ext cx="304800" cy="7620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/>
          <p:cNvSpPr/>
          <p:nvPr/>
        </p:nvSpPr>
        <p:spPr>
          <a:xfrm>
            <a:off x="457200" y="6248400"/>
            <a:ext cx="8305800" cy="5334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Name resolution for “/remote/vu/home/</a:t>
            </a:r>
            <a:r>
              <a:rPr lang="en-US" dirty="0" err="1"/>
              <a:t>steen</a:t>
            </a:r>
            <a:r>
              <a:rPr lang="en-US" dirty="0"/>
              <a:t>/</a:t>
            </a:r>
            <a:r>
              <a:rPr lang="en-US" dirty="0" err="1"/>
              <a:t>mbox</a:t>
            </a:r>
            <a:r>
              <a:rPr lang="en-US" dirty="0"/>
              <a:t>” in a distributed file system</a:t>
            </a:r>
          </a:p>
        </p:txBody>
      </p:sp>
    </p:spTree>
    <p:extLst>
      <p:ext uri="{BB962C8B-B14F-4D97-AF65-F5344CB8AC3E}">
        <p14:creationId xmlns:p14="http://schemas.microsoft.com/office/powerpoint/2010/main" val="246432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Name Spaces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large Distributed Systems, it is essential to distribute name spaces over multiple name servers</a:t>
            </a:r>
          </a:p>
          <a:p>
            <a:pPr lvl="1"/>
            <a:r>
              <a:rPr lang="en-US"/>
              <a:t>Distribute nodes of the naming graph</a:t>
            </a:r>
          </a:p>
          <a:p>
            <a:pPr lvl="1"/>
            <a:r>
              <a:rPr lang="en-US"/>
              <a:t>Distribute name space management</a:t>
            </a:r>
          </a:p>
          <a:p>
            <a:pPr lvl="1"/>
            <a:r>
              <a:rPr lang="en-US"/>
              <a:t>Distribute name resolution mechanisms</a:t>
            </a:r>
          </a:p>
          <a:p>
            <a:pPr lvl="2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10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Layers in Distributed Name Spaces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/>
          <a:lstStyle/>
          <a:p>
            <a:r>
              <a:rPr lang="en-US" sz="2400"/>
              <a:t>Distributed Name Spaces can be divided into three layers</a:t>
            </a:r>
          </a:p>
          <a:p>
            <a:pPr>
              <a:buFontTx/>
              <a:buNone/>
            </a:pPr>
            <a:endParaRPr lang="en-US" sz="2400"/>
          </a:p>
        </p:txBody>
      </p:sp>
      <p:graphicFrame>
        <p:nvGraphicFramePr>
          <p:cNvPr id="6" name="Diagram 5"/>
          <p:cNvGraphicFramePr/>
          <p:nvPr/>
        </p:nvGraphicFramePr>
        <p:xfrm>
          <a:off x="457200" y="2133600"/>
          <a:ext cx="8382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7729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82000" cy="1143000"/>
          </a:xfrm>
        </p:spPr>
        <p:txBody>
          <a:bodyPr/>
          <a:lstStyle/>
          <a:p>
            <a:r>
              <a:rPr lang="en-US" sz="3600"/>
              <a:t>Distributed Name Spaces – An Example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/>
          </a:p>
        </p:txBody>
      </p:sp>
      <p:pic>
        <p:nvPicPr>
          <p:cNvPr id="348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8229600" cy="532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4262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Comparison of Name Servers</a:t>
            </a:r>
            <a:br>
              <a:rPr lang="en-US"/>
            </a:br>
            <a:r>
              <a:rPr lang="en-US"/>
              <a:t>at Different Layers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2316163"/>
          <a:ext cx="8458200" cy="28654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81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Global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Administrational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Managerial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151">
                <a:tc>
                  <a:txBody>
                    <a:bodyPr/>
                    <a:lstStyle/>
                    <a:p>
                      <a:r>
                        <a:rPr lang="en-US" sz="1800" dirty="0"/>
                        <a:t>Geographical scale of the network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sz="1800" dirty="0"/>
                        <a:t>Total number</a:t>
                      </a:r>
                      <a:r>
                        <a:rPr lang="en-US" sz="1800" baseline="0" dirty="0"/>
                        <a:t> of nodes</a:t>
                      </a:r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Number of</a:t>
                      </a:r>
                      <a:r>
                        <a:rPr lang="en-US" sz="1800" baseline="0" dirty="0"/>
                        <a:t> replicas</a:t>
                      </a:r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Update propagation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sz="1800" dirty="0"/>
                        <a:t>Is</a:t>
                      </a:r>
                      <a:r>
                        <a:rPr lang="en-US" sz="1800" baseline="0" dirty="0"/>
                        <a:t> client side caching applied?</a:t>
                      </a:r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1">
                <a:tc>
                  <a:txBody>
                    <a:bodyPr/>
                    <a:lstStyle/>
                    <a:p>
                      <a:r>
                        <a:rPr lang="en-US" sz="1800" dirty="0"/>
                        <a:t>Responsiveness to lookups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886200" y="2709863"/>
            <a:ext cx="1295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Worldwide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181600" y="2697163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Organization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239000" y="2697163"/>
            <a:ext cx="152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Department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886200" y="3319463"/>
            <a:ext cx="76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Few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181600" y="3319463"/>
            <a:ext cx="762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Many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7239000" y="3319463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Vast numbers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886200" y="4038600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Lazy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181600" y="405130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Immediate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239000" y="4049713"/>
            <a:ext cx="144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Immediate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886200" y="3668713"/>
            <a:ext cx="76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Many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5181600" y="365760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None or few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239000" y="3678238"/>
            <a:ext cx="1066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None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886200" y="4462463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Yes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181600" y="4449763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Yes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239000" y="4449763"/>
            <a:ext cx="1371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Sometimes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3886200" y="4805363"/>
            <a:ext cx="1143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Seconds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181600" y="4805363"/>
            <a:ext cx="152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Milliseconds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239000" y="4805363"/>
            <a:ext cx="1295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Immediate</a:t>
            </a:r>
          </a:p>
        </p:txBody>
      </p:sp>
    </p:spTree>
    <p:extLst>
      <p:ext uri="{BB962C8B-B14F-4D97-AF65-F5344CB8AC3E}">
        <p14:creationId xmlns:p14="http://schemas.microsoft.com/office/powerpoint/2010/main" val="38298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Name Resolution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/>
          <a:lstStyle/>
          <a:p>
            <a:pPr>
              <a:defRPr/>
            </a:pPr>
            <a:r>
              <a:rPr lang="en-US" sz="2400" dirty="0"/>
              <a:t>Distributed Name Resolution is responsible for mapping names to address in a system where:</a:t>
            </a:r>
          </a:p>
          <a:p>
            <a:pPr lvl="1">
              <a:defRPr/>
            </a:pPr>
            <a:r>
              <a:rPr lang="en-US" sz="2400" dirty="0"/>
              <a:t>Name servers are distributed among participating nodes</a:t>
            </a:r>
          </a:p>
          <a:p>
            <a:pPr lvl="1">
              <a:defRPr/>
            </a:pPr>
            <a:r>
              <a:rPr lang="en-US" sz="2400" dirty="0"/>
              <a:t>Each name server has a local </a:t>
            </a:r>
            <a:r>
              <a:rPr lang="en-US" sz="2400" i="1" dirty="0"/>
              <a:t>name resolver</a:t>
            </a:r>
          </a:p>
          <a:p>
            <a:pPr lvl="2">
              <a:defRPr/>
            </a:pPr>
            <a:endParaRPr lang="en-US" sz="2000" i="1" dirty="0"/>
          </a:p>
          <a:p>
            <a:pPr>
              <a:defRPr/>
            </a:pPr>
            <a:r>
              <a:rPr lang="en-US" sz="2800" dirty="0"/>
              <a:t>We will study two distributed name resolution algorithms: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sz="2400" dirty="0">
                <a:solidFill>
                  <a:srgbClr val="0000FF"/>
                </a:solidFill>
              </a:rPr>
              <a:t>Iterative Name Resolution</a:t>
            </a:r>
          </a:p>
          <a:p>
            <a:pPr marL="914400" lvl="1" indent="-457200">
              <a:buFontTx/>
              <a:buAutoNum type="arabicPeriod"/>
              <a:defRPr/>
            </a:pPr>
            <a:r>
              <a:rPr lang="en-US" sz="2400" dirty="0">
                <a:solidFill>
                  <a:srgbClr val="0000FF"/>
                </a:solidFill>
              </a:rPr>
              <a:t>Recursive Name Resolution</a:t>
            </a:r>
          </a:p>
        </p:txBody>
      </p:sp>
    </p:spTree>
    <p:extLst>
      <p:ext uri="{BB962C8B-B14F-4D97-AF65-F5344CB8AC3E}">
        <p14:creationId xmlns:p14="http://schemas.microsoft.com/office/powerpoint/2010/main" val="2758592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Iterative Name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pPr marL="457200" indent="-457200">
              <a:buFontTx/>
              <a:buAutoNum type="arabicPeriod"/>
              <a:defRPr/>
            </a:pPr>
            <a:r>
              <a:rPr lang="en-US" sz="2400" dirty="0"/>
              <a:t>Client hands over the complete name to </a:t>
            </a:r>
            <a:r>
              <a:rPr lang="en-US" sz="2400" i="1" dirty="0"/>
              <a:t>root name server</a:t>
            </a:r>
          </a:p>
          <a:p>
            <a:pPr marL="2171700" lvl="4" indent="-457200">
              <a:buFontTx/>
              <a:buAutoNum type="arabicPeriod"/>
              <a:defRPr/>
            </a:pPr>
            <a:endParaRPr lang="en-US" sz="1050" i="1" dirty="0"/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/>
              <a:t>Root name server resolves the name as far as it can, and returns the result to the client</a:t>
            </a:r>
          </a:p>
          <a:p>
            <a:pPr marL="914400" lvl="1" indent="-457200">
              <a:buFont typeface="Arial" charset="0"/>
              <a:buChar char="•"/>
              <a:defRPr/>
            </a:pPr>
            <a:r>
              <a:rPr lang="en-US" sz="2000" dirty="0"/>
              <a:t>The root name server returns the address of the next-level name server (say, NLNS) if address is not completely resolved</a:t>
            </a:r>
          </a:p>
          <a:p>
            <a:pPr marL="2228850" lvl="4" indent="-457200">
              <a:buFont typeface="Arial" charset="0"/>
              <a:buChar char="•"/>
              <a:defRPr/>
            </a:pPr>
            <a:endParaRPr lang="en-US" sz="9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/>
              <a:t>Client passes the unresolved part of the name to the NLNS</a:t>
            </a:r>
          </a:p>
          <a:p>
            <a:pPr marL="2171700" lvl="4" indent="-457200">
              <a:buFontTx/>
              <a:buAutoNum type="arabicPeriod"/>
              <a:defRPr/>
            </a:pPr>
            <a:endParaRPr lang="en-US" sz="7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/>
              <a:t>NLNS resolves the name as far as it can, and returns the result to the client (and probably its next-level name server)</a:t>
            </a:r>
          </a:p>
          <a:p>
            <a:pPr marL="2171700" lvl="4" indent="-457200">
              <a:buFontTx/>
              <a:buAutoNum type="arabicPeriod"/>
              <a:defRPr/>
            </a:pPr>
            <a:endParaRPr lang="en-US" sz="9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/>
              <a:t>The process continues till the full name is resolved</a:t>
            </a:r>
          </a:p>
          <a:p>
            <a:pPr marL="457200" indent="-457200"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236272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1. Iterative Name Resolution – An Example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endParaRPr lang="sv-SE" sz="2400"/>
          </a:p>
        </p:txBody>
      </p:sp>
      <p:pic>
        <p:nvPicPr>
          <p:cNvPr id="389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1600200"/>
            <a:ext cx="817562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3400" y="6248400"/>
            <a:ext cx="8153400" cy="533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Resolving the name “</a:t>
            </a:r>
            <a:r>
              <a:rPr lang="en-US" i="1" dirty="0"/>
              <a:t>ftp.cs.vu.nl</a:t>
            </a:r>
            <a:r>
              <a:rPr lang="en-US" dirty="0"/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5562600"/>
            <a:ext cx="4343400" cy="64611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err="1">
                <a:solidFill>
                  <a:srgbClr val="0000FF"/>
                </a:solidFill>
              </a:rPr>
              <a:t>a,b,c</a:t>
            </a:r>
            <a:r>
              <a:rPr lang="en-US" dirty="0">
                <a:solidFill>
                  <a:srgbClr val="0000FF"/>
                </a:solidFill>
              </a:rPr>
              <a:t>&gt; = structured name in a sequence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#&lt;a&gt; = address of node with name “a”</a:t>
            </a:r>
          </a:p>
        </p:txBody>
      </p:sp>
    </p:spTree>
    <p:extLst>
      <p:ext uri="{BB962C8B-B14F-4D97-AF65-F5344CB8AC3E}">
        <p14:creationId xmlns:p14="http://schemas.microsoft.com/office/powerpoint/2010/main" val="36995672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Recursive Name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Approach</a:t>
            </a:r>
          </a:p>
          <a:p>
            <a:pPr lvl="1"/>
            <a:r>
              <a:rPr lang="en-US" sz="2400"/>
              <a:t>Client provides the name to the root name server</a:t>
            </a:r>
          </a:p>
          <a:p>
            <a:pPr lvl="1"/>
            <a:r>
              <a:rPr lang="en-US" sz="2400"/>
              <a:t>The root name server passes the result to the next name server it finds</a:t>
            </a:r>
          </a:p>
          <a:p>
            <a:pPr lvl="1"/>
            <a:r>
              <a:rPr lang="en-US" sz="2400"/>
              <a:t>The process continues till the name is fully resolved</a:t>
            </a:r>
          </a:p>
          <a:p>
            <a:pPr lvl="3"/>
            <a:endParaRPr lang="en-US" sz="1800"/>
          </a:p>
          <a:p>
            <a:r>
              <a:rPr lang="en-US" sz="2800"/>
              <a:t>Drawback:</a:t>
            </a:r>
          </a:p>
          <a:p>
            <a:pPr lvl="1"/>
            <a:r>
              <a:rPr lang="en-US" sz="2400"/>
              <a:t>Large overhead at name servers (especially, at the high-level name servers)</a:t>
            </a:r>
          </a:p>
          <a:p>
            <a:pPr lvl="1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5110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2. Recursive Name Resolution – An Example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/>
          <a:lstStyle/>
          <a:p>
            <a:endParaRPr lang="sv-SE" sz="2400"/>
          </a:p>
        </p:txBody>
      </p:sp>
      <p:sp>
        <p:nvSpPr>
          <p:cNvPr id="5" name="Rectangle 4"/>
          <p:cNvSpPr/>
          <p:nvPr/>
        </p:nvSpPr>
        <p:spPr>
          <a:xfrm>
            <a:off x="533400" y="6248400"/>
            <a:ext cx="8153400" cy="533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Resolving the name “</a:t>
            </a:r>
            <a:r>
              <a:rPr lang="en-US" i="1" dirty="0"/>
              <a:t>ftp.cs.vu.nl</a:t>
            </a:r>
            <a:r>
              <a:rPr lang="en-US" dirty="0"/>
              <a:t>”</a:t>
            </a:r>
          </a:p>
        </p:txBody>
      </p:sp>
      <p:pic>
        <p:nvPicPr>
          <p:cNvPr id="409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1905000"/>
            <a:ext cx="85471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72000" y="5526088"/>
            <a:ext cx="4343400" cy="6461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&lt;</a:t>
            </a:r>
            <a:r>
              <a:rPr lang="en-US" dirty="0" err="1">
                <a:solidFill>
                  <a:srgbClr val="0000FF"/>
                </a:solidFill>
              </a:rPr>
              <a:t>a,b,c</a:t>
            </a:r>
            <a:r>
              <a:rPr lang="en-US" dirty="0">
                <a:solidFill>
                  <a:srgbClr val="0000FF"/>
                </a:solidFill>
              </a:rPr>
              <a:t>&gt; = structured name in a sequence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#&lt;a&gt; = address of node with name “a”</a:t>
            </a:r>
          </a:p>
        </p:txBody>
      </p:sp>
    </p:spTree>
    <p:extLst>
      <p:ext uri="{BB962C8B-B14F-4D97-AF65-F5344CB8AC3E}">
        <p14:creationId xmlns:p14="http://schemas.microsoft.com/office/powerpoint/2010/main" val="18605223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 of Naming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Flat naming</a:t>
            </a:r>
          </a:p>
          <a:p>
            <a:pPr>
              <a:defRPr/>
            </a:pP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Structured naming</a:t>
            </a: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</a:rPr>
              <a:t>Attribute-based naming</a:t>
            </a:r>
          </a:p>
        </p:txBody>
      </p:sp>
    </p:spTree>
    <p:extLst>
      <p:ext uri="{BB962C8B-B14F-4D97-AF65-F5344CB8AC3E}">
        <p14:creationId xmlns:p14="http://schemas.microsoft.com/office/powerpoint/2010/main" val="4246127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Attribute-based Naming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686800" cy="4525963"/>
          </a:xfrm>
        </p:spPr>
        <p:txBody>
          <a:bodyPr/>
          <a:lstStyle/>
          <a:p>
            <a:r>
              <a:rPr lang="en-US" sz="2000"/>
              <a:t>In many cases, it is much more convenient to name, and look up entities by means of their attributes</a:t>
            </a:r>
          </a:p>
          <a:p>
            <a:pPr lvl="1"/>
            <a:r>
              <a:rPr lang="en-US" sz="1800"/>
              <a:t>Similar to traditional directory services (e.g., yellow pages)</a:t>
            </a:r>
          </a:p>
          <a:p>
            <a:pPr lvl="3"/>
            <a:endParaRPr lang="en-US" sz="1100"/>
          </a:p>
          <a:p>
            <a:r>
              <a:rPr lang="en-US" sz="2000"/>
              <a:t>However, the lookup operations can be extremely expensive</a:t>
            </a:r>
          </a:p>
          <a:p>
            <a:pPr lvl="1"/>
            <a:r>
              <a:rPr lang="en-US" sz="1800"/>
              <a:t>They require to match requested attribute values, against actual attribute values, which needs to inspect all entities</a:t>
            </a:r>
          </a:p>
          <a:p>
            <a:pPr lvl="2"/>
            <a:endParaRPr lang="en-US" sz="1400"/>
          </a:p>
          <a:p>
            <a:r>
              <a:rPr lang="en-US" sz="2000"/>
              <a:t>Solution: Implement basic directory service as database, and combine with traditional structured naming system</a:t>
            </a:r>
          </a:p>
          <a:p>
            <a:pPr lvl="4"/>
            <a:endParaRPr lang="en-US" sz="1100"/>
          </a:p>
          <a:p>
            <a:r>
              <a:rPr lang="en-US" sz="2000"/>
              <a:t>We will study </a:t>
            </a:r>
            <a:r>
              <a:rPr lang="en-US" sz="2000">
                <a:solidFill>
                  <a:srgbClr val="0000FF"/>
                </a:solidFill>
              </a:rPr>
              <a:t>Light-weight Directory Access Protocol</a:t>
            </a:r>
            <a:r>
              <a:rPr lang="en-US" sz="2000"/>
              <a:t> (LDAP); an example system that uses attribute-based naming</a:t>
            </a:r>
          </a:p>
        </p:txBody>
      </p:sp>
    </p:spTree>
    <p:extLst>
      <p:ext uri="{BB962C8B-B14F-4D97-AF65-F5344CB8AC3E}">
        <p14:creationId xmlns:p14="http://schemas.microsoft.com/office/powerpoint/2010/main" val="19649323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Light-weight Directory Access Protocol (LDAP)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LDAP Directory Service consists of a number of records called “directory entries”</a:t>
            </a:r>
          </a:p>
          <a:p>
            <a:pPr lvl="1">
              <a:defRPr/>
            </a:pPr>
            <a:r>
              <a:rPr lang="en-US" sz="2000" dirty="0"/>
              <a:t>Each record is made of (attribute, value) pair</a:t>
            </a:r>
          </a:p>
          <a:p>
            <a:pPr lvl="1">
              <a:defRPr/>
            </a:pPr>
            <a:r>
              <a:rPr lang="en-US" sz="2000" dirty="0"/>
              <a:t>LDAP Standard specifies five attributes for each record</a:t>
            </a:r>
          </a:p>
          <a:p>
            <a:pPr>
              <a:defRPr/>
            </a:pPr>
            <a:r>
              <a:rPr lang="en-US" sz="2400" dirty="0"/>
              <a:t>Directory Information Base (DIB) is a collection of all directory entries</a:t>
            </a:r>
          </a:p>
          <a:p>
            <a:pPr lvl="1">
              <a:defRPr/>
            </a:pPr>
            <a:r>
              <a:rPr lang="en-US" sz="2000" dirty="0"/>
              <a:t>Each record in a DIB is unique</a:t>
            </a:r>
          </a:p>
          <a:p>
            <a:pPr lvl="1">
              <a:defRPr/>
            </a:pPr>
            <a:r>
              <a:rPr lang="en-US" sz="2000" dirty="0"/>
              <a:t>Each record is represented by a 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distinguished name</a:t>
            </a:r>
          </a:p>
          <a:p>
            <a:pPr marL="457200" lvl="1" indent="0">
              <a:buFontTx/>
              <a:buNone/>
              <a:defRPr/>
            </a:pPr>
            <a:r>
              <a:rPr lang="en-US" sz="2000" dirty="0"/>
              <a:t>   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e.g., /C=NL/O=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Vrije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Universiteit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/OU=Comp. Sc.</a:t>
            </a:r>
          </a:p>
        </p:txBody>
      </p:sp>
      <p:pic>
        <p:nvPicPr>
          <p:cNvPr id="440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3" y="4114800"/>
            <a:ext cx="2655887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6469063" y="4343400"/>
            <a:ext cx="2598737" cy="1219200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7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Directory Information Tree in LDAP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4820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All the records in the DIB can be organized into a hierarchical tree called </a:t>
            </a:r>
            <a:r>
              <a:rPr lang="en-US" sz="2000" i="1" dirty="0"/>
              <a:t>Directory Information Tree (DIT)</a:t>
            </a:r>
          </a:p>
          <a:p>
            <a:pPr>
              <a:defRPr/>
            </a:pPr>
            <a:endParaRPr lang="en-US" sz="2400" i="1" dirty="0"/>
          </a:p>
          <a:p>
            <a:pPr>
              <a:defRPr/>
            </a:pPr>
            <a:endParaRPr lang="en-US" sz="2400" i="1" dirty="0"/>
          </a:p>
          <a:p>
            <a:pPr>
              <a:defRPr/>
            </a:pPr>
            <a:endParaRPr lang="en-US" sz="2400" i="1" dirty="0"/>
          </a:p>
          <a:p>
            <a:pPr>
              <a:defRPr/>
            </a:pPr>
            <a:endParaRPr lang="en-US" sz="2400" i="1" dirty="0"/>
          </a:p>
          <a:p>
            <a:pPr marL="0" indent="0">
              <a:buFontTx/>
              <a:buNone/>
              <a:defRPr/>
            </a:pPr>
            <a:endParaRPr lang="en-US" sz="2400" i="1" dirty="0"/>
          </a:p>
          <a:p>
            <a:pPr marL="0" indent="0">
              <a:buFontTx/>
              <a:buNone/>
              <a:defRPr/>
            </a:pPr>
            <a:endParaRPr lang="en-US" sz="2400" i="1" dirty="0"/>
          </a:p>
          <a:p>
            <a:pPr>
              <a:defRPr/>
            </a:pPr>
            <a:r>
              <a:rPr lang="en-US" sz="2000" dirty="0"/>
              <a:t>LDAP provides advanced search mechanisms based on attributes by traversing the DIT</a:t>
            </a:r>
          </a:p>
          <a:p>
            <a:pPr>
              <a:defRPr/>
            </a:pPr>
            <a:r>
              <a:rPr lang="en-US" sz="2000" dirty="0"/>
              <a:t>Example syntax for searching all </a:t>
            </a:r>
            <a:r>
              <a:rPr lang="en-US" sz="2000" dirty="0" err="1"/>
              <a:t>Main_Servers</a:t>
            </a:r>
            <a:r>
              <a:rPr lang="en-US" sz="2000" dirty="0"/>
              <a:t> in </a:t>
            </a:r>
            <a:r>
              <a:rPr lang="en-US" sz="2000" dirty="0" err="1"/>
              <a:t>Vrije</a:t>
            </a:r>
            <a:r>
              <a:rPr lang="en-US" sz="2000" dirty="0"/>
              <a:t> </a:t>
            </a:r>
            <a:r>
              <a:rPr lang="en-US" sz="2000" dirty="0" err="1"/>
              <a:t>Universiteit</a:t>
            </a:r>
            <a:r>
              <a:rPr lang="en-US" sz="2000" dirty="0"/>
              <a:t>:</a:t>
            </a:r>
          </a:p>
          <a:p>
            <a:pPr marL="0" indent="0">
              <a:buFontTx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search("&amp;(C = NL) (O =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Vrije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Universiteit</a:t>
            </a:r>
            <a:r>
              <a:rPr lang="en-US" sz="14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(OU = *) (CN = Main server)")</a:t>
            </a:r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338388"/>
            <a:ext cx="3429000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14078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/>
              <a:t>Naming and name resolutions enable accessing entities in a Distributed System</a:t>
            </a:r>
          </a:p>
          <a:p>
            <a:pPr lvl="4"/>
            <a:endParaRPr lang="en-US" sz="1600"/>
          </a:p>
          <a:p>
            <a:r>
              <a:rPr lang="en-US" sz="2800"/>
              <a:t>Three types of naming</a:t>
            </a:r>
          </a:p>
          <a:p>
            <a:pPr lvl="1"/>
            <a:r>
              <a:rPr lang="en-US" sz="2400"/>
              <a:t>Flat Naming</a:t>
            </a:r>
          </a:p>
          <a:p>
            <a:pPr lvl="2"/>
            <a:r>
              <a:rPr lang="en-US" sz="2000"/>
              <a:t>Home-based approaches, Distributed Hash Table</a:t>
            </a:r>
          </a:p>
          <a:p>
            <a:pPr lvl="1"/>
            <a:r>
              <a:rPr lang="en-US" sz="2400"/>
              <a:t>Structured Naming</a:t>
            </a:r>
          </a:p>
          <a:p>
            <a:pPr lvl="2"/>
            <a:r>
              <a:rPr lang="en-US" sz="2000"/>
              <a:t>Organizes names into Name Spaces</a:t>
            </a:r>
          </a:p>
          <a:p>
            <a:pPr lvl="2"/>
            <a:r>
              <a:rPr lang="en-US" sz="2000"/>
              <a:t>Distributed Name Spaces</a:t>
            </a:r>
          </a:p>
          <a:p>
            <a:pPr lvl="1"/>
            <a:r>
              <a:rPr lang="en-US" sz="2400"/>
              <a:t>Attribute-based Naming</a:t>
            </a:r>
          </a:p>
          <a:p>
            <a:pPr lvl="2"/>
            <a:r>
              <a:rPr lang="en-US" sz="2000"/>
              <a:t>Entities are looked up using their attributes</a:t>
            </a:r>
          </a:p>
        </p:txBody>
      </p:sp>
    </p:spTree>
    <p:extLst>
      <p:ext uri="{BB962C8B-B14F-4D97-AF65-F5344CB8AC3E}">
        <p14:creationId xmlns:p14="http://schemas.microsoft.com/office/powerpoint/2010/main" val="9082679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49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09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Based on slides from</a:t>
            </a:r>
          </a:p>
          <a:p>
            <a:pPr lvl="1"/>
            <a:r>
              <a:rPr lang="en-US" dirty="0" err="1">
                <a:latin typeface="Times New Roman" pitchFamily="16" charset="0"/>
              </a:rPr>
              <a:t>Majd</a:t>
            </a:r>
            <a:r>
              <a:rPr lang="en-US" dirty="0">
                <a:latin typeface="Times New Roman" pitchFamily="16" charset="0"/>
              </a:rPr>
              <a:t> F. </a:t>
            </a:r>
            <a:r>
              <a:rPr lang="en-US" dirty="0" err="1">
                <a:latin typeface="Times New Roman" pitchFamily="16" charset="0"/>
              </a:rPr>
              <a:t>Sakr</a:t>
            </a:r>
            <a:r>
              <a:rPr lang="en-US" dirty="0">
                <a:latin typeface="Times New Roman" pitchFamily="16" charset="0"/>
              </a:rPr>
              <a:t>, </a:t>
            </a:r>
            <a:r>
              <a:rPr lang="en-US" dirty="0" err="1">
                <a:solidFill>
                  <a:srgbClr val="A50021"/>
                </a:solidFill>
                <a:latin typeface="Times New Roman" pitchFamily="16" charset="0"/>
              </a:rPr>
              <a:t>Vinay</a:t>
            </a:r>
            <a:r>
              <a:rPr lang="en-US" dirty="0">
                <a:solidFill>
                  <a:srgbClr val="A50021"/>
                </a:solidFill>
                <a:latin typeface="Times New Roman" pitchFamily="16" charset="0"/>
              </a:rPr>
              <a:t> </a:t>
            </a:r>
            <a:r>
              <a:rPr lang="en-US" dirty="0" err="1">
                <a:solidFill>
                  <a:srgbClr val="A50021"/>
                </a:solidFill>
                <a:latin typeface="Times New Roman" pitchFamily="16" charset="0"/>
              </a:rPr>
              <a:t>Kolar</a:t>
            </a:r>
            <a:r>
              <a:rPr lang="en-US" dirty="0">
                <a:latin typeface="Times New Roman" pitchFamily="16" charset="0"/>
              </a:rPr>
              <a:t>, Mohammad </a:t>
            </a:r>
            <a:r>
              <a:rPr lang="en-US" dirty="0" err="1">
                <a:latin typeface="Times New Roman" pitchFamily="16" charset="0"/>
              </a:rPr>
              <a:t>Hammoud</a:t>
            </a:r>
            <a:r>
              <a:rPr lang="en-US" dirty="0"/>
              <a:t> from CMU QATAR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5FAC3-38E9-D849-8DC1-E027FD74E99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20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1767</TotalTime>
  <Words>3828</Words>
  <Application>Microsoft Office PowerPoint</Application>
  <PresentationFormat>On-screen Show (4:3)</PresentationFormat>
  <Paragraphs>762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Cambria</vt:lpstr>
      <vt:lpstr>Courier New</vt:lpstr>
      <vt:lpstr>Helvetica Neue</vt:lpstr>
      <vt:lpstr>Times New Roman</vt:lpstr>
      <vt:lpstr>1_Office Theme</vt:lpstr>
      <vt:lpstr>Distributed Systems Naming</vt:lpstr>
      <vt:lpstr>Names</vt:lpstr>
      <vt:lpstr>Naming</vt:lpstr>
      <vt:lpstr>Importance of Naming </vt:lpstr>
      <vt:lpstr>Names, Addresses and Identifiers </vt:lpstr>
      <vt:lpstr>Types of name</vt:lpstr>
      <vt:lpstr>Types of name</vt:lpstr>
      <vt:lpstr>Key Concept</vt:lpstr>
      <vt:lpstr>Naming Systems</vt:lpstr>
      <vt:lpstr>Classes of Naming</vt:lpstr>
      <vt:lpstr>Flat Naming</vt:lpstr>
      <vt:lpstr>1. Broadcasting</vt:lpstr>
      <vt:lpstr>2. Forwarding Pointers</vt:lpstr>
      <vt:lpstr>Forwarding Pointers – An Example</vt:lpstr>
      <vt:lpstr>3. Home-based approaches</vt:lpstr>
      <vt:lpstr>3. Home-based approaches – An example</vt:lpstr>
      <vt:lpstr>3. Home-based approaches – Challenges</vt:lpstr>
      <vt:lpstr>4. Distributed Hash Table (DHT)</vt:lpstr>
      <vt:lpstr>Chord</vt:lpstr>
      <vt:lpstr>A Naïve Key Resolution Algorithm</vt:lpstr>
      <vt:lpstr>Key Resolution in Chord</vt:lpstr>
      <vt:lpstr>Chord – Join and Leave Protocol</vt:lpstr>
      <vt:lpstr>Chord – Finger Table Update Protocol</vt:lpstr>
      <vt:lpstr>Exploiting Network Proximity in Chord</vt:lpstr>
      <vt:lpstr>Classes of Naming</vt:lpstr>
      <vt:lpstr>Structured Naming</vt:lpstr>
      <vt:lpstr>Name Spaces</vt:lpstr>
      <vt:lpstr>Example Name Space</vt:lpstr>
      <vt:lpstr>Name Resolution</vt:lpstr>
      <vt:lpstr>Name Linking</vt:lpstr>
      <vt:lpstr>1. Hard Links</vt:lpstr>
      <vt:lpstr>2. Symbolic Links</vt:lpstr>
      <vt:lpstr>Mounting of Name Spaces</vt:lpstr>
      <vt:lpstr>Example of Mounting  Name Spaces in NFS</vt:lpstr>
      <vt:lpstr>Distributed Name Spaces</vt:lpstr>
      <vt:lpstr>Layers in Distributed Name Spaces</vt:lpstr>
      <vt:lpstr>Distributed Name Spaces – An Example</vt:lpstr>
      <vt:lpstr>Comparison of Name Servers at Different Layers</vt:lpstr>
      <vt:lpstr>Distributed Name Resolution</vt:lpstr>
      <vt:lpstr>1. Iterative Name Resolution</vt:lpstr>
      <vt:lpstr>1. Iterative Name Resolution – An Example</vt:lpstr>
      <vt:lpstr>2. Recursive Name Resolution</vt:lpstr>
      <vt:lpstr>2. Recursive Name Resolution – An Example</vt:lpstr>
      <vt:lpstr>Classes of Naming</vt:lpstr>
      <vt:lpstr>Attribute-based Naming</vt:lpstr>
      <vt:lpstr>Light-weight Directory Access Protocol (LDAP)</vt:lpstr>
      <vt:lpstr>Directory Information Tree in LDAP</vt:lpstr>
      <vt:lpstr>Summary</vt:lpstr>
      <vt:lpstr>PowerPoint Presentation</vt:lpstr>
      <vt:lpstr>PowerPoint Presentation</vt:lpstr>
    </vt:vector>
  </TitlesOfParts>
  <Company>Chalmers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Olaf Landsiedel</dc:creator>
  <cp:lastModifiedBy>Ijeoma Ezeji</cp:lastModifiedBy>
  <cp:revision>131</cp:revision>
  <cp:lastPrinted>2013-11-11T09:26:48Z</cp:lastPrinted>
  <dcterms:created xsi:type="dcterms:W3CDTF">2012-08-30T09:59:11Z</dcterms:created>
  <dcterms:modified xsi:type="dcterms:W3CDTF">2024-09-10T04:39:00Z</dcterms:modified>
</cp:coreProperties>
</file>